
<file path=[Content_Types].xml><?xml version="1.0" encoding="utf-8"?>
<Types xmlns="http://schemas.openxmlformats.org/package/2006/content-types">
  <Default Extension="jpeg" ContentType="image/jpeg"/>
  <Default Extension="JPG" ContentType="image/.jpg"/>
  <Default Extension="png" ContentType="image/png"/>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10.svg" ContentType="image/svg+xml"/>
  <Override PartName="/ppt/media/image101.svg" ContentType="image/svg+xml"/>
  <Override PartName="/ppt/media/image103.svg" ContentType="image/svg+xml"/>
  <Override PartName="/ppt/media/image108.svg" ContentType="image/svg+xml"/>
  <Override PartName="/ppt/media/image110.svg" ContentType="image/svg+xml"/>
  <Override PartName="/ppt/media/image112.svg" ContentType="image/svg+xml"/>
  <Override PartName="/ppt/media/image114.svg" ContentType="image/svg+xml"/>
  <Override PartName="/ppt/media/image116.svg" ContentType="image/svg+xml"/>
  <Override PartName="/ppt/media/image118.svg" ContentType="image/svg+xml"/>
  <Override PartName="/ppt/media/image12.svg" ContentType="image/svg+xml"/>
  <Override PartName="/ppt/media/image120.svg" ContentType="image/svg+xml"/>
  <Override PartName="/ppt/media/image122.svg" ContentType="image/svg+xml"/>
  <Override PartName="/ppt/media/image125.svg" ContentType="image/svg+xml"/>
  <Override PartName="/ppt/media/image131.svg" ContentType="image/svg+xml"/>
  <Override PartName="/ppt/media/image133.svg" ContentType="image/svg+xml"/>
  <Override PartName="/ppt/media/image135.svg" ContentType="image/svg+xml"/>
  <Override PartName="/ppt/media/image138.svg" ContentType="image/svg+xml"/>
  <Override PartName="/ppt/media/image14.svg" ContentType="image/svg+xml"/>
  <Override PartName="/ppt/media/image140.svg" ContentType="image/svg+xml"/>
  <Override PartName="/ppt/media/image142.svg" ContentType="image/svg+xml"/>
  <Override PartName="/ppt/media/image148.svg" ContentType="image/svg+xml"/>
  <Override PartName="/ppt/media/image150.svg" ContentType="image/svg+xml"/>
  <Override PartName="/ppt/media/image152.svg" ContentType="image/svg+xml"/>
  <Override PartName="/ppt/media/image154.svg" ContentType="image/svg+xml"/>
  <Override PartName="/ppt/media/image156.svg" ContentType="image/svg+xml"/>
  <Override PartName="/ppt/media/image158.svg" ContentType="image/svg+xml"/>
  <Override PartName="/ppt/media/image16.svg" ContentType="image/svg+xml"/>
  <Override PartName="/ppt/media/image165.svg" ContentType="image/svg+xml"/>
  <Override PartName="/ppt/media/image170.svg" ContentType="image/svg+xml"/>
  <Override PartName="/ppt/media/image172.svg" ContentType="image/svg+xml"/>
  <Override PartName="/ppt/media/image174.svg" ContentType="image/svg+xml"/>
  <Override PartName="/ppt/media/image176.svg" ContentType="image/svg+xml"/>
  <Override PartName="/ppt/media/image18.svg" ContentType="image/svg+xml"/>
  <Override PartName="/ppt/media/image185.svg" ContentType="image/svg+xml"/>
  <Override PartName="/ppt/media/image187.svg" ContentType="image/svg+xml"/>
  <Override PartName="/ppt/media/image190.svg" ContentType="image/svg+xml"/>
  <Override PartName="/ppt/media/image193.svg" ContentType="image/svg+xml"/>
  <Override PartName="/ppt/media/image195.svg" ContentType="image/svg+xml"/>
  <Override PartName="/ppt/media/image197.svg" ContentType="image/svg+xml"/>
  <Override PartName="/ppt/media/image199.svg" ContentType="image/svg+xml"/>
  <Override PartName="/ppt/media/image2.svg" ContentType="image/svg+xml"/>
  <Override PartName="/ppt/media/image20.svg" ContentType="image/svg+xml"/>
  <Override PartName="/ppt/media/image203.svg" ContentType="image/svg+xml"/>
  <Override PartName="/ppt/media/image210.svg" ContentType="image/svg+xml"/>
  <Override PartName="/ppt/media/image212.svg" ContentType="image/svg+xml"/>
  <Override PartName="/ppt/media/image214.svg" ContentType="image/svg+xml"/>
  <Override PartName="/ppt/media/image218.svg" ContentType="image/svg+xml"/>
  <Override PartName="/ppt/media/image22.svg" ContentType="image/svg+xml"/>
  <Override PartName="/ppt/media/image220.svg" ContentType="image/svg+xml"/>
  <Override PartName="/ppt/media/image223.svg" ContentType="image/svg+xml"/>
  <Override PartName="/ppt/media/image225.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5.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1.svg" ContentType="image/svg+xml"/>
  <Override PartName="/ppt/media/image53.svg" ContentType="image/svg+xml"/>
  <Override PartName="/ppt/media/image55.svg" ContentType="image/svg+xml"/>
  <Override PartName="/ppt/media/image58.svg" ContentType="image/svg+xml"/>
  <Override PartName="/ppt/media/image6.svg" ContentType="image/svg+xml"/>
  <Override PartName="/ppt/media/image60.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6.svg" ContentType="image/svg+xml"/>
  <Override PartName="/ppt/media/image78.svg" ContentType="image/svg+xml"/>
  <Override PartName="/ppt/media/image8.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8.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8288000" cy="10287000"/>
  <p:notesSz cx="6858000" cy="9144000"/>
  <p:embeddedFontLst>
    <p:embeddedFont>
      <p:font typeface="Calibri" panose="020F050202020403020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1" userDrawn="1">
          <p15:clr>
            <a:srgbClr val="A4A3A4"/>
          </p15:clr>
        </p15:guide>
        <p15:guide id="2" pos="285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71"/>
        <p:guide pos="285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font" Target="fonts/font4.fntdata"/><Relationship Id="rId24" Type="http://schemas.openxmlformats.org/officeDocument/2006/relationships/font" Target="fonts/font3.fntdata"/><Relationship Id="rId23" Type="http://schemas.openxmlformats.org/officeDocument/2006/relationships/font" Target="fonts/font2.fntdata"/><Relationship Id="rId22" Type="http://schemas.openxmlformats.org/officeDocument/2006/relationships/font" Target="fonts/font1.fntdata"/><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svg"/><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6" Type="http://schemas.openxmlformats.org/officeDocument/2006/relationships/slideLayout" Target="../slideLayouts/slideLayout7.xml"/><Relationship Id="rId35" Type="http://schemas.openxmlformats.org/officeDocument/2006/relationships/image" Target="../media/image33.jpeg"/><Relationship Id="rId34" Type="http://schemas.microsoft.com/office/2007/relationships/media" Target="../media/media1.m4a"/><Relationship Id="rId33" Type="http://schemas.openxmlformats.org/officeDocument/2006/relationships/audio" Target="NULL" TargetMode="External"/><Relationship Id="rId32" Type="http://schemas.openxmlformats.org/officeDocument/2006/relationships/image" Target="../media/image32.svg"/><Relationship Id="rId31" Type="http://schemas.openxmlformats.org/officeDocument/2006/relationships/image" Target="../media/image31.png"/><Relationship Id="rId30" Type="http://schemas.openxmlformats.org/officeDocument/2006/relationships/image" Target="../media/image30.svg"/><Relationship Id="rId3" Type="http://schemas.openxmlformats.org/officeDocument/2006/relationships/image" Target="../media/image3.png"/><Relationship Id="rId29" Type="http://schemas.openxmlformats.org/officeDocument/2006/relationships/image" Target="../media/image29.png"/><Relationship Id="rId28" Type="http://schemas.openxmlformats.org/officeDocument/2006/relationships/image" Target="../media/image28.svg"/><Relationship Id="rId27" Type="http://schemas.openxmlformats.org/officeDocument/2006/relationships/image" Target="../media/image27.png"/><Relationship Id="rId26" Type="http://schemas.openxmlformats.org/officeDocument/2006/relationships/image" Target="../media/image26.svg"/><Relationship Id="rId25" Type="http://schemas.openxmlformats.org/officeDocument/2006/relationships/image" Target="../media/image25.png"/><Relationship Id="rId24" Type="http://schemas.openxmlformats.org/officeDocument/2006/relationships/image" Target="../media/image24.svg"/><Relationship Id="rId23" Type="http://schemas.openxmlformats.org/officeDocument/2006/relationships/image" Target="../media/image23.png"/><Relationship Id="rId22" Type="http://schemas.openxmlformats.org/officeDocument/2006/relationships/image" Target="../media/image22.svg"/><Relationship Id="rId21" Type="http://schemas.openxmlformats.org/officeDocument/2006/relationships/image" Target="../media/image21.png"/><Relationship Id="rId20" Type="http://schemas.openxmlformats.org/officeDocument/2006/relationships/image" Target="../media/image20.svg"/><Relationship Id="rId2" Type="http://schemas.openxmlformats.org/officeDocument/2006/relationships/image" Target="../media/image2.svg"/><Relationship Id="rId19" Type="http://schemas.openxmlformats.org/officeDocument/2006/relationships/image" Target="../media/image19.png"/><Relationship Id="rId18" Type="http://schemas.openxmlformats.org/officeDocument/2006/relationships/image" Target="../media/image18.svg"/><Relationship Id="rId17" Type="http://schemas.openxmlformats.org/officeDocument/2006/relationships/image" Target="../media/image17.png"/><Relationship Id="rId16" Type="http://schemas.openxmlformats.org/officeDocument/2006/relationships/image" Target="../media/image16.svg"/><Relationship Id="rId15" Type="http://schemas.openxmlformats.org/officeDocument/2006/relationships/image" Target="../media/image15.png"/><Relationship Id="rId14" Type="http://schemas.openxmlformats.org/officeDocument/2006/relationships/image" Target="../media/image14.svg"/><Relationship Id="rId13" Type="http://schemas.openxmlformats.org/officeDocument/2006/relationships/image" Target="../media/image13.png"/><Relationship Id="rId12" Type="http://schemas.openxmlformats.org/officeDocument/2006/relationships/image" Target="../media/image12.svg"/><Relationship Id="rId11" Type="http://schemas.openxmlformats.org/officeDocument/2006/relationships/image" Target="../media/image11.png"/><Relationship Id="rId10" Type="http://schemas.openxmlformats.org/officeDocument/2006/relationships/image" Target="../media/image10.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40.png"/><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6.svg"/><Relationship Id="rId5" Type="http://schemas.openxmlformats.org/officeDocument/2006/relationships/image" Target="../media/image37.png"/><Relationship Id="rId4" Type="http://schemas.openxmlformats.org/officeDocument/2006/relationships/image" Target="../media/image4.svg"/><Relationship Id="rId30" Type="http://schemas.openxmlformats.org/officeDocument/2006/relationships/slideLayout" Target="../slideLayouts/slideLayout7.xml"/><Relationship Id="rId3" Type="http://schemas.openxmlformats.org/officeDocument/2006/relationships/image" Target="../media/image36.png"/><Relationship Id="rId29" Type="http://schemas.openxmlformats.org/officeDocument/2006/relationships/image" Target="../media/image60.svg"/><Relationship Id="rId28" Type="http://schemas.openxmlformats.org/officeDocument/2006/relationships/image" Target="../media/image59.png"/><Relationship Id="rId27" Type="http://schemas.openxmlformats.org/officeDocument/2006/relationships/image" Target="../media/image58.svg"/><Relationship Id="rId26" Type="http://schemas.openxmlformats.org/officeDocument/2006/relationships/image" Target="../media/image57.png"/><Relationship Id="rId25" Type="http://schemas.openxmlformats.org/officeDocument/2006/relationships/image" Target="../media/image56.jpeg"/><Relationship Id="rId24" Type="http://schemas.openxmlformats.org/officeDocument/2006/relationships/image" Target="../media/image55.svg"/><Relationship Id="rId23" Type="http://schemas.openxmlformats.org/officeDocument/2006/relationships/image" Target="../media/image54.png"/><Relationship Id="rId22" Type="http://schemas.openxmlformats.org/officeDocument/2006/relationships/image" Target="../media/image53.svg"/><Relationship Id="rId21" Type="http://schemas.openxmlformats.org/officeDocument/2006/relationships/image" Target="../media/image52.png"/><Relationship Id="rId20" Type="http://schemas.openxmlformats.org/officeDocument/2006/relationships/image" Target="../media/image51.svg"/><Relationship Id="rId2" Type="http://schemas.openxmlformats.org/officeDocument/2006/relationships/image" Target="../media/image35.svg"/><Relationship Id="rId19" Type="http://schemas.openxmlformats.org/officeDocument/2006/relationships/image" Target="../media/image50.png"/><Relationship Id="rId18" Type="http://schemas.openxmlformats.org/officeDocument/2006/relationships/image" Target="../media/image49.svg"/><Relationship Id="rId17" Type="http://schemas.openxmlformats.org/officeDocument/2006/relationships/image" Target="../media/image48.png"/><Relationship Id="rId16" Type="http://schemas.openxmlformats.org/officeDocument/2006/relationships/image" Target="../media/image47.svg"/><Relationship Id="rId15" Type="http://schemas.openxmlformats.org/officeDocument/2006/relationships/image" Target="../media/image46.png"/><Relationship Id="rId14" Type="http://schemas.openxmlformats.org/officeDocument/2006/relationships/image" Target="../media/image45.svg"/><Relationship Id="rId13" Type="http://schemas.openxmlformats.org/officeDocument/2006/relationships/image" Target="../media/image44.png"/><Relationship Id="rId12" Type="http://schemas.openxmlformats.org/officeDocument/2006/relationships/image" Target="../media/image43.svg"/><Relationship Id="rId11" Type="http://schemas.openxmlformats.org/officeDocument/2006/relationships/image" Target="../media/image42.png"/><Relationship Id="rId10" Type="http://schemas.openxmlformats.org/officeDocument/2006/relationships/image" Target="../media/image41.svg"/><Relationship Id="rId1" Type="http://schemas.openxmlformats.org/officeDocument/2006/relationships/image" Target="../media/image34.png"/></Relationships>
</file>

<file path=ppt/slides/_rels/slide3.xml.rels><?xml version="1.0" encoding="UTF-8" standalone="yes"?>
<Relationships xmlns="http://schemas.openxmlformats.org/package/2006/relationships"><Relationship Id="rId9" Type="http://schemas.openxmlformats.org/officeDocument/2006/relationships/image" Target="../media/image66.png"/><Relationship Id="rId8" Type="http://schemas.openxmlformats.org/officeDocument/2006/relationships/image" Target="../media/image65.svg"/><Relationship Id="rId7" Type="http://schemas.openxmlformats.org/officeDocument/2006/relationships/image" Target="../media/image64.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4.svg"/><Relationship Id="rId34" Type="http://schemas.openxmlformats.org/officeDocument/2006/relationships/slideLayout" Target="../slideLayouts/slideLayout7.xml"/><Relationship Id="rId33" Type="http://schemas.openxmlformats.org/officeDocument/2006/relationships/image" Target="../media/image89.png"/><Relationship Id="rId32" Type="http://schemas.openxmlformats.org/officeDocument/2006/relationships/image" Target="../media/image88.svg"/><Relationship Id="rId31" Type="http://schemas.openxmlformats.org/officeDocument/2006/relationships/image" Target="../media/image87.png"/><Relationship Id="rId30" Type="http://schemas.openxmlformats.org/officeDocument/2006/relationships/image" Target="../media/image86.svg"/><Relationship Id="rId3" Type="http://schemas.openxmlformats.org/officeDocument/2006/relationships/image" Target="../media/image36.png"/><Relationship Id="rId29" Type="http://schemas.openxmlformats.org/officeDocument/2006/relationships/image" Target="../media/image85.png"/><Relationship Id="rId28" Type="http://schemas.openxmlformats.org/officeDocument/2006/relationships/image" Target="../media/image84.svg"/><Relationship Id="rId27" Type="http://schemas.openxmlformats.org/officeDocument/2006/relationships/image" Target="../media/image83.png"/><Relationship Id="rId26" Type="http://schemas.openxmlformats.org/officeDocument/2006/relationships/image" Target="../media/image82.svg"/><Relationship Id="rId25" Type="http://schemas.openxmlformats.org/officeDocument/2006/relationships/image" Target="../media/image81.png"/><Relationship Id="rId24" Type="http://schemas.openxmlformats.org/officeDocument/2006/relationships/image" Target="../media/image80.svg"/><Relationship Id="rId23" Type="http://schemas.openxmlformats.org/officeDocument/2006/relationships/image" Target="../media/image79.png"/><Relationship Id="rId22" Type="http://schemas.openxmlformats.org/officeDocument/2006/relationships/image" Target="../media/image78.svg"/><Relationship Id="rId21" Type="http://schemas.openxmlformats.org/officeDocument/2006/relationships/image" Target="../media/image77.png"/><Relationship Id="rId20" Type="http://schemas.openxmlformats.org/officeDocument/2006/relationships/image" Target="../media/image76.svg"/><Relationship Id="rId2" Type="http://schemas.openxmlformats.org/officeDocument/2006/relationships/image" Target="../media/image35.svg"/><Relationship Id="rId19" Type="http://schemas.openxmlformats.org/officeDocument/2006/relationships/image" Target="../media/image75.png"/><Relationship Id="rId18" Type="http://schemas.openxmlformats.org/officeDocument/2006/relationships/image" Target="../media/image49.svg"/><Relationship Id="rId17" Type="http://schemas.openxmlformats.org/officeDocument/2006/relationships/image" Target="../media/image74.png"/><Relationship Id="rId16" Type="http://schemas.openxmlformats.org/officeDocument/2006/relationships/image" Target="../media/image73.svg"/><Relationship Id="rId15" Type="http://schemas.openxmlformats.org/officeDocument/2006/relationships/image" Target="../media/image72.png"/><Relationship Id="rId14" Type="http://schemas.openxmlformats.org/officeDocument/2006/relationships/image" Target="../media/image71.svg"/><Relationship Id="rId13" Type="http://schemas.openxmlformats.org/officeDocument/2006/relationships/image" Target="../media/image70.png"/><Relationship Id="rId12" Type="http://schemas.openxmlformats.org/officeDocument/2006/relationships/image" Target="../media/image69.svg"/><Relationship Id="rId11" Type="http://schemas.openxmlformats.org/officeDocument/2006/relationships/image" Target="../media/image68.png"/><Relationship Id="rId10" Type="http://schemas.openxmlformats.org/officeDocument/2006/relationships/image" Target="../media/image67.svg"/><Relationship Id="rId1" Type="http://schemas.openxmlformats.org/officeDocument/2006/relationships/image" Target="../media/image61.png"/></Relationships>
</file>

<file path=ppt/slides/_rels/slide4.xml.rels><?xml version="1.0" encoding="UTF-8" standalone="yes"?>
<Relationships xmlns="http://schemas.openxmlformats.org/package/2006/relationships"><Relationship Id="rId9" Type="http://schemas.openxmlformats.org/officeDocument/2006/relationships/image" Target="../media/image92.png"/><Relationship Id="rId8" Type="http://schemas.openxmlformats.org/officeDocument/2006/relationships/image" Target="../media/image63.svg"/><Relationship Id="rId7" Type="http://schemas.openxmlformats.org/officeDocument/2006/relationships/image" Target="../media/image91.png"/><Relationship Id="rId6" Type="http://schemas.openxmlformats.org/officeDocument/2006/relationships/image" Target="../media/image65.svg"/><Relationship Id="rId5" Type="http://schemas.openxmlformats.org/officeDocument/2006/relationships/image" Target="../media/image90.png"/><Relationship Id="rId4" Type="http://schemas.openxmlformats.org/officeDocument/2006/relationships/image" Target="../media/image4.svg"/><Relationship Id="rId3" Type="http://schemas.openxmlformats.org/officeDocument/2006/relationships/image" Target="../media/image36.png"/><Relationship Id="rId26" Type="http://schemas.openxmlformats.org/officeDocument/2006/relationships/slideLayout" Target="../slideLayouts/slideLayout7.xml"/><Relationship Id="rId25" Type="http://schemas.openxmlformats.org/officeDocument/2006/relationships/image" Target="../media/image106.jpeg"/><Relationship Id="rId24" Type="http://schemas.openxmlformats.org/officeDocument/2006/relationships/image" Target="../media/image105.jpeg"/><Relationship Id="rId23" Type="http://schemas.openxmlformats.org/officeDocument/2006/relationships/image" Target="../media/image104.jpeg"/><Relationship Id="rId22" Type="http://schemas.openxmlformats.org/officeDocument/2006/relationships/image" Target="../media/image103.svg"/><Relationship Id="rId21" Type="http://schemas.openxmlformats.org/officeDocument/2006/relationships/image" Target="../media/image102.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101.svg"/><Relationship Id="rId17" Type="http://schemas.openxmlformats.org/officeDocument/2006/relationships/image" Target="../media/image100.png"/><Relationship Id="rId16" Type="http://schemas.openxmlformats.org/officeDocument/2006/relationships/image" Target="../media/image99.svg"/><Relationship Id="rId15" Type="http://schemas.openxmlformats.org/officeDocument/2006/relationships/image" Target="../media/image98.png"/><Relationship Id="rId14" Type="http://schemas.openxmlformats.org/officeDocument/2006/relationships/image" Target="../media/image97.svg"/><Relationship Id="rId13" Type="http://schemas.openxmlformats.org/officeDocument/2006/relationships/image" Target="../media/image96.png"/><Relationship Id="rId12" Type="http://schemas.openxmlformats.org/officeDocument/2006/relationships/image" Target="../media/image95.svg"/><Relationship Id="rId11" Type="http://schemas.openxmlformats.org/officeDocument/2006/relationships/image" Target="../media/image94.png"/><Relationship Id="rId10" Type="http://schemas.openxmlformats.org/officeDocument/2006/relationships/image" Target="../media/image93.svg"/><Relationship Id="rId1" Type="http://schemas.openxmlformats.org/officeDocument/2006/relationships/image" Target="../media/image61.png"/></Relationships>
</file>

<file path=ppt/slides/_rels/slide5.xml.rels><?xml version="1.0" encoding="UTF-8" standalone="yes"?>
<Relationships xmlns="http://schemas.openxmlformats.org/package/2006/relationships"><Relationship Id="rId9" Type="http://schemas.openxmlformats.org/officeDocument/2006/relationships/image" Target="../media/image109.png"/><Relationship Id="rId8" Type="http://schemas.openxmlformats.org/officeDocument/2006/relationships/image" Target="../media/image108.svg"/><Relationship Id="rId7" Type="http://schemas.openxmlformats.org/officeDocument/2006/relationships/image" Target="../media/image107.png"/><Relationship Id="rId6" Type="http://schemas.openxmlformats.org/officeDocument/2006/relationships/image" Target="../media/image4.svg"/><Relationship Id="rId5" Type="http://schemas.openxmlformats.org/officeDocument/2006/relationships/image" Target="../media/image36.png"/><Relationship Id="rId4" Type="http://schemas.openxmlformats.org/officeDocument/2006/relationships/image" Target="../media/image63.svg"/><Relationship Id="rId3" Type="http://schemas.openxmlformats.org/officeDocument/2006/relationships/image" Target="../media/image91.png"/><Relationship Id="rId27" Type="http://schemas.openxmlformats.org/officeDocument/2006/relationships/slideLayout" Target="../slideLayouts/slideLayout7.xml"/><Relationship Id="rId26" Type="http://schemas.openxmlformats.org/officeDocument/2006/relationships/image" Target="../media/image80.svg"/><Relationship Id="rId25" Type="http://schemas.openxmlformats.org/officeDocument/2006/relationships/image" Target="../media/image123.png"/><Relationship Id="rId24" Type="http://schemas.openxmlformats.org/officeDocument/2006/relationships/image" Target="../media/image122.svg"/><Relationship Id="rId23" Type="http://schemas.openxmlformats.org/officeDocument/2006/relationships/image" Target="../media/image121.png"/><Relationship Id="rId22" Type="http://schemas.openxmlformats.org/officeDocument/2006/relationships/image" Target="../media/image120.svg"/><Relationship Id="rId21" Type="http://schemas.openxmlformats.org/officeDocument/2006/relationships/image" Target="../media/image119.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118.svg"/><Relationship Id="rId17" Type="http://schemas.openxmlformats.org/officeDocument/2006/relationships/image" Target="../media/image117.png"/><Relationship Id="rId16" Type="http://schemas.openxmlformats.org/officeDocument/2006/relationships/image" Target="../media/image116.svg"/><Relationship Id="rId15" Type="http://schemas.openxmlformats.org/officeDocument/2006/relationships/image" Target="../media/image115.png"/><Relationship Id="rId14" Type="http://schemas.openxmlformats.org/officeDocument/2006/relationships/image" Target="../media/image114.svg"/><Relationship Id="rId13" Type="http://schemas.openxmlformats.org/officeDocument/2006/relationships/image" Target="../media/image113.png"/><Relationship Id="rId12" Type="http://schemas.openxmlformats.org/officeDocument/2006/relationships/image" Target="../media/image112.svg"/><Relationship Id="rId11" Type="http://schemas.openxmlformats.org/officeDocument/2006/relationships/image" Target="../media/image111.png"/><Relationship Id="rId10" Type="http://schemas.openxmlformats.org/officeDocument/2006/relationships/image" Target="../media/image110.svg"/><Relationship Id="rId1" Type="http://schemas.openxmlformats.org/officeDocument/2006/relationships/image" Target="../media/image61.png"/></Relationships>
</file>

<file path=ppt/slides/_rels/slide6.xml.rels><?xml version="1.0" encoding="UTF-8" standalone="yes"?>
<Relationships xmlns="http://schemas.openxmlformats.org/package/2006/relationships"><Relationship Id="rId9" Type="http://schemas.openxmlformats.org/officeDocument/2006/relationships/image" Target="../media/image127.png"/><Relationship Id="rId8" Type="http://schemas.openxmlformats.org/officeDocument/2006/relationships/image" Target="../media/image47.svg"/><Relationship Id="rId7" Type="http://schemas.openxmlformats.org/officeDocument/2006/relationships/image" Target="../media/image126.png"/><Relationship Id="rId6" Type="http://schemas.openxmlformats.org/officeDocument/2006/relationships/image" Target="../media/image125.svg"/><Relationship Id="rId5" Type="http://schemas.openxmlformats.org/officeDocument/2006/relationships/image" Target="../media/image124.png"/><Relationship Id="rId4" Type="http://schemas.openxmlformats.org/officeDocument/2006/relationships/image" Target="../media/image4.svg"/><Relationship Id="rId34" Type="http://schemas.openxmlformats.org/officeDocument/2006/relationships/slideLayout" Target="../slideLayouts/slideLayout7.xml"/><Relationship Id="rId33" Type="http://schemas.openxmlformats.org/officeDocument/2006/relationships/image" Target="../media/image142.svg"/><Relationship Id="rId32" Type="http://schemas.openxmlformats.org/officeDocument/2006/relationships/image" Target="../media/image141.png"/><Relationship Id="rId31" Type="http://schemas.openxmlformats.org/officeDocument/2006/relationships/image" Target="../media/image140.svg"/><Relationship Id="rId30" Type="http://schemas.openxmlformats.org/officeDocument/2006/relationships/image" Target="../media/image139.png"/><Relationship Id="rId3" Type="http://schemas.openxmlformats.org/officeDocument/2006/relationships/image" Target="../media/image36.png"/><Relationship Id="rId29" Type="http://schemas.openxmlformats.org/officeDocument/2006/relationships/image" Target="../media/image138.svg"/><Relationship Id="rId28" Type="http://schemas.openxmlformats.org/officeDocument/2006/relationships/image" Target="../media/image137.png"/><Relationship Id="rId27" Type="http://schemas.openxmlformats.org/officeDocument/2006/relationships/image" Target="../media/image136.jpeg"/><Relationship Id="rId26" Type="http://schemas.openxmlformats.org/officeDocument/2006/relationships/image" Target="../media/image135.svg"/><Relationship Id="rId25" Type="http://schemas.openxmlformats.org/officeDocument/2006/relationships/image" Target="../media/image134.png"/><Relationship Id="rId24" Type="http://schemas.openxmlformats.org/officeDocument/2006/relationships/image" Target="../media/image133.svg"/><Relationship Id="rId23" Type="http://schemas.openxmlformats.org/officeDocument/2006/relationships/image" Target="../media/image132.png"/><Relationship Id="rId22" Type="http://schemas.openxmlformats.org/officeDocument/2006/relationships/image" Target="../media/image131.svg"/><Relationship Id="rId21" Type="http://schemas.openxmlformats.org/officeDocument/2006/relationships/image" Target="../media/image130.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45.svg"/><Relationship Id="rId17" Type="http://schemas.openxmlformats.org/officeDocument/2006/relationships/image" Target="../media/image129.png"/><Relationship Id="rId16" Type="http://schemas.openxmlformats.org/officeDocument/2006/relationships/image" Target="../media/image43.svg"/><Relationship Id="rId15" Type="http://schemas.openxmlformats.org/officeDocument/2006/relationships/image" Target="../media/image128.png"/><Relationship Id="rId14" Type="http://schemas.openxmlformats.org/officeDocument/2006/relationships/image" Target="../media/image6.svg"/><Relationship Id="rId13" Type="http://schemas.openxmlformats.org/officeDocument/2006/relationships/image" Target="../media/image37.png"/><Relationship Id="rId12" Type="http://schemas.openxmlformats.org/officeDocument/2006/relationships/image" Target="../media/image65.svg"/><Relationship Id="rId11" Type="http://schemas.openxmlformats.org/officeDocument/2006/relationships/image" Target="../media/image90.png"/><Relationship Id="rId10" Type="http://schemas.openxmlformats.org/officeDocument/2006/relationships/image" Target="../media/image39.svg"/><Relationship Id="rId1" Type="http://schemas.openxmlformats.org/officeDocument/2006/relationships/image" Target="../media/image61.png"/></Relationships>
</file>

<file path=ppt/slides/_rels/slide7.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image" Target="../media/image65.svg"/><Relationship Id="rId7" Type="http://schemas.openxmlformats.org/officeDocument/2006/relationships/image" Target="../media/image90.png"/><Relationship Id="rId6" Type="http://schemas.openxmlformats.org/officeDocument/2006/relationships/image" Target="../media/image63.svg"/><Relationship Id="rId5" Type="http://schemas.openxmlformats.org/officeDocument/2006/relationships/image" Target="../media/image91.png"/><Relationship Id="rId4" Type="http://schemas.openxmlformats.org/officeDocument/2006/relationships/image" Target="../media/image4.svg"/><Relationship Id="rId31" Type="http://schemas.openxmlformats.org/officeDocument/2006/relationships/slideLayout" Target="../slideLayouts/slideLayout7.xml"/><Relationship Id="rId30" Type="http://schemas.openxmlformats.org/officeDocument/2006/relationships/image" Target="../media/image158.svg"/><Relationship Id="rId3" Type="http://schemas.openxmlformats.org/officeDocument/2006/relationships/image" Target="../media/image36.png"/><Relationship Id="rId29" Type="http://schemas.openxmlformats.org/officeDocument/2006/relationships/image" Target="../media/image157.png"/><Relationship Id="rId28" Type="http://schemas.openxmlformats.org/officeDocument/2006/relationships/image" Target="../media/image156.svg"/><Relationship Id="rId27" Type="http://schemas.openxmlformats.org/officeDocument/2006/relationships/image" Target="../media/image155.png"/><Relationship Id="rId26" Type="http://schemas.openxmlformats.org/officeDocument/2006/relationships/image" Target="../media/image154.svg"/><Relationship Id="rId25" Type="http://schemas.openxmlformats.org/officeDocument/2006/relationships/image" Target="../media/image153.png"/><Relationship Id="rId24" Type="http://schemas.openxmlformats.org/officeDocument/2006/relationships/image" Target="../media/image152.svg"/><Relationship Id="rId23" Type="http://schemas.openxmlformats.org/officeDocument/2006/relationships/image" Target="../media/image151.png"/><Relationship Id="rId22" Type="http://schemas.openxmlformats.org/officeDocument/2006/relationships/image" Target="../media/image150.svg"/><Relationship Id="rId21" Type="http://schemas.openxmlformats.org/officeDocument/2006/relationships/image" Target="../media/image149.png"/><Relationship Id="rId20" Type="http://schemas.openxmlformats.org/officeDocument/2006/relationships/image" Target="../media/image148.svg"/><Relationship Id="rId2" Type="http://schemas.openxmlformats.org/officeDocument/2006/relationships/image" Target="../media/image35.svg"/><Relationship Id="rId19" Type="http://schemas.openxmlformats.org/officeDocument/2006/relationships/image" Target="../media/image147.png"/><Relationship Id="rId18" Type="http://schemas.openxmlformats.org/officeDocument/2006/relationships/image" Target="../media/image49.svg"/><Relationship Id="rId17" Type="http://schemas.openxmlformats.org/officeDocument/2006/relationships/image" Target="../media/image74.png"/><Relationship Id="rId16" Type="http://schemas.openxmlformats.org/officeDocument/2006/relationships/image" Target="../media/image73.svg"/><Relationship Id="rId15" Type="http://schemas.openxmlformats.org/officeDocument/2006/relationships/image" Target="../media/image146.png"/><Relationship Id="rId14" Type="http://schemas.openxmlformats.org/officeDocument/2006/relationships/image" Target="../media/image71.svg"/><Relationship Id="rId13" Type="http://schemas.openxmlformats.org/officeDocument/2006/relationships/image" Target="../media/image145.png"/><Relationship Id="rId12" Type="http://schemas.openxmlformats.org/officeDocument/2006/relationships/image" Target="../media/image69.svg"/><Relationship Id="rId11" Type="http://schemas.openxmlformats.org/officeDocument/2006/relationships/image" Target="../media/image144.png"/><Relationship Id="rId10" Type="http://schemas.openxmlformats.org/officeDocument/2006/relationships/image" Target="../media/image67.svg"/><Relationship Id="rId1" Type="http://schemas.openxmlformats.org/officeDocument/2006/relationships/image" Target="../media/image61.png"/></Relationships>
</file>

<file path=ppt/slides/_rels/slide8.xml.rels><?xml version="1.0" encoding="UTF-8" standalone="yes"?>
<Relationships xmlns="http://schemas.openxmlformats.org/package/2006/relationships"><Relationship Id="rId9" Type="http://schemas.openxmlformats.org/officeDocument/2006/relationships/image" Target="../media/image159.png"/><Relationship Id="rId8" Type="http://schemas.openxmlformats.org/officeDocument/2006/relationships/image" Target="../media/image63.svg"/><Relationship Id="rId7" Type="http://schemas.openxmlformats.org/officeDocument/2006/relationships/image" Target="../media/image91.png"/><Relationship Id="rId6" Type="http://schemas.openxmlformats.org/officeDocument/2006/relationships/image" Target="../media/image65.svg"/><Relationship Id="rId5" Type="http://schemas.openxmlformats.org/officeDocument/2006/relationships/image" Target="../media/image90.png"/><Relationship Id="rId4" Type="http://schemas.openxmlformats.org/officeDocument/2006/relationships/image" Target="../media/image4.svg"/><Relationship Id="rId35" Type="http://schemas.openxmlformats.org/officeDocument/2006/relationships/slideLayout" Target="../slideLayouts/slideLayout7.xml"/><Relationship Id="rId34" Type="http://schemas.openxmlformats.org/officeDocument/2006/relationships/image" Target="../media/image176.svg"/><Relationship Id="rId33" Type="http://schemas.openxmlformats.org/officeDocument/2006/relationships/image" Target="../media/image175.png"/><Relationship Id="rId32" Type="http://schemas.openxmlformats.org/officeDocument/2006/relationships/image" Target="../media/image174.svg"/><Relationship Id="rId31" Type="http://schemas.openxmlformats.org/officeDocument/2006/relationships/image" Target="../media/image173.png"/><Relationship Id="rId30" Type="http://schemas.openxmlformats.org/officeDocument/2006/relationships/image" Target="../media/image172.svg"/><Relationship Id="rId3" Type="http://schemas.openxmlformats.org/officeDocument/2006/relationships/image" Target="../media/image36.png"/><Relationship Id="rId29" Type="http://schemas.openxmlformats.org/officeDocument/2006/relationships/image" Target="../media/image171.png"/><Relationship Id="rId28" Type="http://schemas.openxmlformats.org/officeDocument/2006/relationships/image" Target="../media/image170.svg"/><Relationship Id="rId27" Type="http://schemas.openxmlformats.org/officeDocument/2006/relationships/image" Target="../media/image169.png"/><Relationship Id="rId26" Type="http://schemas.openxmlformats.org/officeDocument/2006/relationships/image" Target="../media/image105.jpeg"/><Relationship Id="rId25" Type="http://schemas.openxmlformats.org/officeDocument/2006/relationships/image" Target="../media/image168.jpeg"/><Relationship Id="rId24" Type="http://schemas.openxmlformats.org/officeDocument/2006/relationships/image" Target="../media/image167.jpeg"/><Relationship Id="rId23" Type="http://schemas.openxmlformats.org/officeDocument/2006/relationships/image" Target="../media/image166.jpeg"/><Relationship Id="rId22" Type="http://schemas.openxmlformats.org/officeDocument/2006/relationships/image" Target="../media/image165.svg"/><Relationship Id="rId21" Type="http://schemas.openxmlformats.org/officeDocument/2006/relationships/image" Target="../media/image164.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101.svg"/><Relationship Id="rId17" Type="http://schemas.openxmlformats.org/officeDocument/2006/relationships/image" Target="../media/image163.png"/><Relationship Id="rId16" Type="http://schemas.openxmlformats.org/officeDocument/2006/relationships/image" Target="../media/image99.svg"/><Relationship Id="rId15" Type="http://schemas.openxmlformats.org/officeDocument/2006/relationships/image" Target="../media/image162.png"/><Relationship Id="rId14" Type="http://schemas.openxmlformats.org/officeDocument/2006/relationships/image" Target="../media/image97.svg"/><Relationship Id="rId13" Type="http://schemas.openxmlformats.org/officeDocument/2006/relationships/image" Target="../media/image161.png"/><Relationship Id="rId12" Type="http://schemas.openxmlformats.org/officeDocument/2006/relationships/image" Target="../media/image95.svg"/><Relationship Id="rId11" Type="http://schemas.openxmlformats.org/officeDocument/2006/relationships/image" Target="../media/image160.png"/><Relationship Id="rId10" Type="http://schemas.openxmlformats.org/officeDocument/2006/relationships/image" Target="../media/image93.svg"/><Relationship Id="rId1" Type="http://schemas.openxmlformats.org/officeDocument/2006/relationships/image" Target="../media/image61.png"/></Relationships>
</file>

<file path=ppt/slides/_rels/slide9.xml.rels><?xml version="1.0" encoding="UTF-8" standalone="yes"?>
<Relationships xmlns="http://schemas.openxmlformats.org/package/2006/relationships"><Relationship Id="rId9" Type="http://schemas.openxmlformats.org/officeDocument/2006/relationships/image" Target="../media/image178.png"/><Relationship Id="rId8" Type="http://schemas.openxmlformats.org/officeDocument/2006/relationships/image" Target="../media/image108.svg"/><Relationship Id="rId7" Type="http://schemas.openxmlformats.org/officeDocument/2006/relationships/image" Target="../media/image177.png"/><Relationship Id="rId6" Type="http://schemas.openxmlformats.org/officeDocument/2006/relationships/image" Target="../media/image4.svg"/><Relationship Id="rId5" Type="http://schemas.openxmlformats.org/officeDocument/2006/relationships/image" Target="../media/image36.png"/><Relationship Id="rId4" Type="http://schemas.openxmlformats.org/officeDocument/2006/relationships/image" Target="../media/image63.svg"/><Relationship Id="rId30" Type="http://schemas.openxmlformats.org/officeDocument/2006/relationships/slideLayout" Target="../slideLayouts/slideLayout7.xml"/><Relationship Id="rId3" Type="http://schemas.openxmlformats.org/officeDocument/2006/relationships/image" Target="../media/image91.png"/><Relationship Id="rId29" Type="http://schemas.openxmlformats.org/officeDocument/2006/relationships/image" Target="../media/image190.svg"/><Relationship Id="rId28" Type="http://schemas.openxmlformats.org/officeDocument/2006/relationships/image" Target="../media/image189.png"/><Relationship Id="rId27" Type="http://schemas.openxmlformats.org/officeDocument/2006/relationships/image" Target="../media/image188.jpeg"/><Relationship Id="rId26" Type="http://schemas.openxmlformats.org/officeDocument/2006/relationships/image" Target="../media/image187.svg"/><Relationship Id="rId25" Type="http://schemas.openxmlformats.org/officeDocument/2006/relationships/image" Target="../media/image186.png"/><Relationship Id="rId24" Type="http://schemas.openxmlformats.org/officeDocument/2006/relationships/image" Target="../media/image185.svg"/><Relationship Id="rId23" Type="http://schemas.openxmlformats.org/officeDocument/2006/relationships/image" Target="../media/image184.png"/><Relationship Id="rId22" Type="http://schemas.openxmlformats.org/officeDocument/2006/relationships/image" Target="../media/image135.svg"/><Relationship Id="rId21" Type="http://schemas.openxmlformats.org/officeDocument/2006/relationships/image" Target="../media/image183.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118.svg"/><Relationship Id="rId17" Type="http://schemas.openxmlformats.org/officeDocument/2006/relationships/image" Target="../media/image182.png"/><Relationship Id="rId16" Type="http://schemas.openxmlformats.org/officeDocument/2006/relationships/image" Target="../media/image116.svg"/><Relationship Id="rId15" Type="http://schemas.openxmlformats.org/officeDocument/2006/relationships/image" Target="../media/image181.png"/><Relationship Id="rId14" Type="http://schemas.openxmlformats.org/officeDocument/2006/relationships/image" Target="../media/image114.svg"/><Relationship Id="rId13" Type="http://schemas.openxmlformats.org/officeDocument/2006/relationships/image" Target="../media/image180.png"/><Relationship Id="rId12" Type="http://schemas.openxmlformats.org/officeDocument/2006/relationships/image" Target="../media/image112.svg"/><Relationship Id="rId11" Type="http://schemas.openxmlformats.org/officeDocument/2006/relationships/image" Target="../media/image179.png"/><Relationship Id="rId10" Type="http://schemas.openxmlformats.org/officeDocument/2006/relationships/image" Target="../media/image110.svg"/><Relationship Id="rId1" Type="http://schemas.openxmlformats.org/officeDocument/2006/relationships/image" Target="../media/image61.png"/></Relationships>
</file>

<file path=ppt/slides/_rels/slide10.xml.rels><?xml version="1.0" encoding="UTF-8" standalone="yes"?>
<Relationships xmlns="http://schemas.openxmlformats.org/package/2006/relationships"><Relationship Id="rId9" Type="http://schemas.openxmlformats.org/officeDocument/2006/relationships/image" Target="../media/image127.png"/><Relationship Id="rId8" Type="http://schemas.openxmlformats.org/officeDocument/2006/relationships/image" Target="../media/image47.svg"/><Relationship Id="rId7" Type="http://schemas.openxmlformats.org/officeDocument/2006/relationships/image" Target="../media/image126.png"/><Relationship Id="rId6" Type="http://schemas.openxmlformats.org/officeDocument/2006/relationships/image" Target="../media/image125.svg"/><Relationship Id="rId5" Type="http://schemas.openxmlformats.org/officeDocument/2006/relationships/image" Target="../media/image191.png"/><Relationship Id="rId4" Type="http://schemas.openxmlformats.org/officeDocument/2006/relationships/image" Target="../media/image4.svg"/><Relationship Id="rId32" Type="http://schemas.openxmlformats.org/officeDocument/2006/relationships/slideLayout" Target="../slideLayouts/slideLayout7.xml"/><Relationship Id="rId31" Type="http://schemas.openxmlformats.org/officeDocument/2006/relationships/image" Target="../media/image200.jpeg"/><Relationship Id="rId30" Type="http://schemas.openxmlformats.org/officeDocument/2006/relationships/image" Target="../media/image199.svg"/><Relationship Id="rId3" Type="http://schemas.openxmlformats.org/officeDocument/2006/relationships/image" Target="../media/image36.png"/><Relationship Id="rId29" Type="http://schemas.openxmlformats.org/officeDocument/2006/relationships/image" Target="../media/image198.png"/><Relationship Id="rId28" Type="http://schemas.openxmlformats.org/officeDocument/2006/relationships/image" Target="../media/image197.svg"/><Relationship Id="rId27" Type="http://schemas.openxmlformats.org/officeDocument/2006/relationships/image" Target="../media/image196.png"/><Relationship Id="rId26" Type="http://schemas.openxmlformats.org/officeDocument/2006/relationships/image" Target="../media/image80.svg"/><Relationship Id="rId25" Type="http://schemas.openxmlformats.org/officeDocument/2006/relationships/image" Target="../media/image123.png"/><Relationship Id="rId24" Type="http://schemas.openxmlformats.org/officeDocument/2006/relationships/image" Target="../media/image195.svg"/><Relationship Id="rId23" Type="http://schemas.openxmlformats.org/officeDocument/2006/relationships/image" Target="../media/image194.png"/><Relationship Id="rId22" Type="http://schemas.openxmlformats.org/officeDocument/2006/relationships/image" Target="../media/image193.svg"/><Relationship Id="rId21" Type="http://schemas.openxmlformats.org/officeDocument/2006/relationships/image" Target="../media/image192.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45.svg"/><Relationship Id="rId17" Type="http://schemas.openxmlformats.org/officeDocument/2006/relationships/image" Target="../media/image129.png"/><Relationship Id="rId16" Type="http://schemas.openxmlformats.org/officeDocument/2006/relationships/image" Target="../media/image43.svg"/><Relationship Id="rId15" Type="http://schemas.openxmlformats.org/officeDocument/2006/relationships/image" Target="../media/image128.png"/><Relationship Id="rId14" Type="http://schemas.openxmlformats.org/officeDocument/2006/relationships/image" Target="../media/image6.svg"/><Relationship Id="rId13" Type="http://schemas.openxmlformats.org/officeDocument/2006/relationships/image" Target="../media/image37.png"/><Relationship Id="rId12" Type="http://schemas.openxmlformats.org/officeDocument/2006/relationships/image" Target="../media/image65.svg"/><Relationship Id="rId11" Type="http://schemas.openxmlformats.org/officeDocument/2006/relationships/image" Target="../media/image90.png"/><Relationship Id="rId10" Type="http://schemas.openxmlformats.org/officeDocument/2006/relationships/image" Target="../media/image39.svg"/><Relationship Id="rId1" Type="http://schemas.openxmlformats.org/officeDocument/2006/relationships/image" Target="../media/image61.png"/></Relationships>
</file>

<file path=ppt/slides/_rels/slide11.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image" Target="../media/image65.svg"/><Relationship Id="rId7" Type="http://schemas.openxmlformats.org/officeDocument/2006/relationships/image" Target="../media/image90.png"/><Relationship Id="rId6" Type="http://schemas.openxmlformats.org/officeDocument/2006/relationships/image" Target="../media/image63.svg"/><Relationship Id="rId5" Type="http://schemas.openxmlformats.org/officeDocument/2006/relationships/image" Target="../media/image91.png"/><Relationship Id="rId4" Type="http://schemas.openxmlformats.org/officeDocument/2006/relationships/image" Target="../media/image4.svg"/><Relationship Id="rId30" Type="http://schemas.openxmlformats.org/officeDocument/2006/relationships/slideLayout" Target="../slideLayouts/slideLayout7.xml"/><Relationship Id="rId3" Type="http://schemas.openxmlformats.org/officeDocument/2006/relationships/image" Target="../media/image36.png"/><Relationship Id="rId29" Type="http://schemas.openxmlformats.org/officeDocument/2006/relationships/image" Target="../media/image142.svg"/><Relationship Id="rId28" Type="http://schemas.openxmlformats.org/officeDocument/2006/relationships/image" Target="../media/image207.png"/><Relationship Id="rId27" Type="http://schemas.openxmlformats.org/officeDocument/2006/relationships/image" Target="../media/image140.svg"/><Relationship Id="rId26" Type="http://schemas.openxmlformats.org/officeDocument/2006/relationships/image" Target="../media/image206.png"/><Relationship Id="rId25" Type="http://schemas.openxmlformats.org/officeDocument/2006/relationships/image" Target="../media/image138.svg"/><Relationship Id="rId24" Type="http://schemas.openxmlformats.org/officeDocument/2006/relationships/image" Target="../media/image205.png"/><Relationship Id="rId23" Type="http://schemas.openxmlformats.org/officeDocument/2006/relationships/image" Target="../media/image204.jpeg"/><Relationship Id="rId22" Type="http://schemas.openxmlformats.org/officeDocument/2006/relationships/image" Target="../media/image203.svg"/><Relationship Id="rId21" Type="http://schemas.openxmlformats.org/officeDocument/2006/relationships/image" Target="../media/image202.png"/><Relationship Id="rId20" Type="http://schemas.openxmlformats.org/officeDocument/2006/relationships/image" Target="../media/image131.svg"/><Relationship Id="rId2" Type="http://schemas.openxmlformats.org/officeDocument/2006/relationships/image" Target="../media/image35.svg"/><Relationship Id="rId19" Type="http://schemas.openxmlformats.org/officeDocument/2006/relationships/image" Target="../media/image201.png"/><Relationship Id="rId18" Type="http://schemas.openxmlformats.org/officeDocument/2006/relationships/image" Target="../media/image49.svg"/><Relationship Id="rId17" Type="http://schemas.openxmlformats.org/officeDocument/2006/relationships/image" Target="../media/image74.png"/><Relationship Id="rId16" Type="http://schemas.openxmlformats.org/officeDocument/2006/relationships/image" Target="../media/image73.svg"/><Relationship Id="rId15" Type="http://schemas.openxmlformats.org/officeDocument/2006/relationships/image" Target="../media/image146.png"/><Relationship Id="rId14" Type="http://schemas.openxmlformats.org/officeDocument/2006/relationships/image" Target="../media/image71.svg"/><Relationship Id="rId13" Type="http://schemas.openxmlformats.org/officeDocument/2006/relationships/image" Target="../media/image145.png"/><Relationship Id="rId12" Type="http://schemas.openxmlformats.org/officeDocument/2006/relationships/image" Target="../media/image69.svg"/><Relationship Id="rId11" Type="http://schemas.openxmlformats.org/officeDocument/2006/relationships/image" Target="../media/image144.png"/><Relationship Id="rId10" Type="http://schemas.openxmlformats.org/officeDocument/2006/relationships/image" Target="../media/image67.svg"/><Relationship Id="rId1" Type="http://schemas.openxmlformats.org/officeDocument/2006/relationships/image" Target="../media/image61.png"/></Relationships>
</file>

<file path=ppt/slides/_rels/slide12.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image" Target="../media/image65.svg"/><Relationship Id="rId7" Type="http://schemas.openxmlformats.org/officeDocument/2006/relationships/image" Target="../media/image90.png"/><Relationship Id="rId6" Type="http://schemas.openxmlformats.org/officeDocument/2006/relationships/image" Target="../media/image63.svg"/><Relationship Id="rId5" Type="http://schemas.openxmlformats.org/officeDocument/2006/relationships/image" Target="../media/image91.png"/><Relationship Id="rId4" Type="http://schemas.openxmlformats.org/officeDocument/2006/relationships/image" Target="../media/image4.svg"/><Relationship Id="rId3" Type="http://schemas.openxmlformats.org/officeDocument/2006/relationships/image" Target="../media/image36.png"/><Relationship Id="rId25" Type="http://schemas.openxmlformats.org/officeDocument/2006/relationships/slideLayout" Target="../slideLayouts/slideLayout7.xml"/><Relationship Id="rId24" Type="http://schemas.openxmlformats.org/officeDocument/2006/relationships/image" Target="../media/image212.svg"/><Relationship Id="rId23" Type="http://schemas.openxmlformats.org/officeDocument/2006/relationships/image" Target="../media/image211.png"/><Relationship Id="rId22" Type="http://schemas.openxmlformats.org/officeDocument/2006/relationships/image" Target="../media/image210.svg"/><Relationship Id="rId21" Type="http://schemas.openxmlformats.org/officeDocument/2006/relationships/image" Target="../media/image209.png"/><Relationship Id="rId20" Type="http://schemas.openxmlformats.org/officeDocument/2006/relationships/image" Target="../media/image51.svg"/><Relationship Id="rId2" Type="http://schemas.openxmlformats.org/officeDocument/2006/relationships/image" Target="../media/image35.svg"/><Relationship Id="rId19" Type="http://schemas.openxmlformats.org/officeDocument/2006/relationships/image" Target="../media/image208.png"/><Relationship Id="rId18" Type="http://schemas.openxmlformats.org/officeDocument/2006/relationships/image" Target="../media/image49.svg"/><Relationship Id="rId17" Type="http://schemas.openxmlformats.org/officeDocument/2006/relationships/image" Target="../media/image74.png"/><Relationship Id="rId16" Type="http://schemas.openxmlformats.org/officeDocument/2006/relationships/image" Target="../media/image73.svg"/><Relationship Id="rId15" Type="http://schemas.openxmlformats.org/officeDocument/2006/relationships/image" Target="../media/image146.png"/><Relationship Id="rId14" Type="http://schemas.openxmlformats.org/officeDocument/2006/relationships/image" Target="../media/image71.svg"/><Relationship Id="rId13" Type="http://schemas.openxmlformats.org/officeDocument/2006/relationships/image" Target="../media/image145.png"/><Relationship Id="rId12" Type="http://schemas.openxmlformats.org/officeDocument/2006/relationships/image" Target="../media/image69.svg"/><Relationship Id="rId11" Type="http://schemas.openxmlformats.org/officeDocument/2006/relationships/image" Target="../media/image144.png"/><Relationship Id="rId10" Type="http://schemas.openxmlformats.org/officeDocument/2006/relationships/image" Target="../media/image67.svg"/><Relationship Id="rId1" Type="http://schemas.openxmlformats.org/officeDocument/2006/relationships/image" Target="../media/image61.png"/></Relationships>
</file>

<file path=ppt/slides/_rels/slide13.xml.rels><?xml version="1.0" encoding="UTF-8" standalone="yes"?>
<Relationships xmlns="http://schemas.openxmlformats.org/package/2006/relationships"><Relationship Id="rId9" Type="http://schemas.openxmlformats.org/officeDocument/2006/relationships/image" Target="../media/image143.png"/><Relationship Id="rId8" Type="http://schemas.openxmlformats.org/officeDocument/2006/relationships/image" Target="../media/image65.svg"/><Relationship Id="rId7" Type="http://schemas.openxmlformats.org/officeDocument/2006/relationships/image" Target="../media/image90.png"/><Relationship Id="rId6" Type="http://schemas.openxmlformats.org/officeDocument/2006/relationships/image" Target="../media/image63.svg"/><Relationship Id="rId5" Type="http://schemas.openxmlformats.org/officeDocument/2006/relationships/image" Target="../media/image91.png"/><Relationship Id="rId4" Type="http://schemas.openxmlformats.org/officeDocument/2006/relationships/image" Target="../media/image4.svg"/><Relationship Id="rId3" Type="http://schemas.openxmlformats.org/officeDocument/2006/relationships/image" Target="../media/image36.png"/><Relationship Id="rId23" Type="http://schemas.openxmlformats.org/officeDocument/2006/relationships/slideLayout" Target="../slideLayouts/slideLayout7.xml"/><Relationship Id="rId22" Type="http://schemas.openxmlformats.org/officeDocument/2006/relationships/image" Target="../media/image216.jpeg"/><Relationship Id="rId21" Type="http://schemas.openxmlformats.org/officeDocument/2006/relationships/image" Target="../media/image215.jpeg"/><Relationship Id="rId20" Type="http://schemas.openxmlformats.org/officeDocument/2006/relationships/image" Target="../media/image214.svg"/><Relationship Id="rId2" Type="http://schemas.openxmlformats.org/officeDocument/2006/relationships/image" Target="../media/image35.svg"/><Relationship Id="rId19" Type="http://schemas.openxmlformats.org/officeDocument/2006/relationships/image" Target="../media/image213.png"/><Relationship Id="rId18" Type="http://schemas.openxmlformats.org/officeDocument/2006/relationships/image" Target="../media/image49.svg"/><Relationship Id="rId17" Type="http://schemas.openxmlformats.org/officeDocument/2006/relationships/image" Target="../media/image74.png"/><Relationship Id="rId16" Type="http://schemas.openxmlformats.org/officeDocument/2006/relationships/image" Target="../media/image73.svg"/><Relationship Id="rId15" Type="http://schemas.openxmlformats.org/officeDocument/2006/relationships/image" Target="../media/image146.png"/><Relationship Id="rId14" Type="http://schemas.openxmlformats.org/officeDocument/2006/relationships/image" Target="../media/image71.svg"/><Relationship Id="rId13" Type="http://schemas.openxmlformats.org/officeDocument/2006/relationships/image" Target="../media/image145.png"/><Relationship Id="rId12" Type="http://schemas.openxmlformats.org/officeDocument/2006/relationships/image" Target="../media/image69.svg"/><Relationship Id="rId11" Type="http://schemas.openxmlformats.org/officeDocument/2006/relationships/image" Target="../media/image144.png"/><Relationship Id="rId10" Type="http://schemas.openxmlformats.org/officeDocument/2006/relationships/image" Target="../media/image67.svg"/><Relationship Id="rId1" Type="http://schemas.openxmlformats.org/officeDocument/2006/relationships/image" Target="../media/image61.png"/></Relationships>
</file>

<file path=ppt/slides/_rels/slide14.xml.rels><?xml version="1.0" encoding="UTF-8" standalone="yes"?>
<Relationships xmlns="http://schemas.openxmlformats.org/package/2006/relationships"><Relationship Id="rId9" Type="http://schemas.openxmlformats.org/officeDocument/2006/relationships/image" Target="../media/image159.png"/><Relationship Id="rId8" Type="http://schemas.openxmlformats.org/officeDocument/2006/relationships/image" Target="../media/image63.svg"/><Relationship Id="rId7" Type="http://schemas.openxmlformats.org/officeDocument/2006/relationships/image" Target="../media/image91.png"/><Relationship Id="rId6" Type="http://schemas.openxmlformats.org/officeDocument/2006/relationships/image" Target="../media/image65.svg"/><Relationship Id="rId5" Type="http://schemas.openxmlformats.org/officeDocument/2006/relationships/image" Target="../media/image90.png"/><Relationship Id="rId4" Type="http://schemas.openxmlformats.org/officeDocument/2006/relationships/image" Target="../media/image6.svg"/><Relationship Id="rId3" Type="http://schemas.openxmlformats.org/officeDocument/2006/relationships/image" Target="../media/image37.png"/><Relationship Id="rId27" Type="http://schemas.openxmlformats.org/officeDocument/2006/relationships/slideLayout" Target="../slideLayouts/slideLayout7.xml"/><Relationship Id="rId26" Type="http://schemas.openxmlformats.org/officeDocument/2006/relationships/image" Target="../media/image220.svg"/><Relationship Id="rId25" Type="http://schemas.openxmlformats.org/officeDocument/2006/relationships/image" Target="../media/image219.png"/><Relationship Id="rId24" Type="http://schemas.openxmlformats.org/officeDocument/2006/relationships/image" Target="../media/image218.svg"/><Relationship Id="rId23" Type="http://schemas.openxmlformats.org/officeDocument/2006/relationships/image" Target="../media/image217.png"/><Relationship Id="rId22" Type="http://schemas.openxmlformats.org/officeDocument/2006/relationships/image" Target="../media/image51.svg"/><Relationship Id="rId21" Type="http://schemas.openxmlformats.org/officeDocument/2006/relationships/image" Target="../media/image208.png"/><Relationship Id="rId20" Type="http://schemas.openxmlformats.org/officeDocument/2006/relationships/image" Target="../media/image49.svg"/><Relationship Id="rId2" Type="http://schemas.openxmlformats.org/officeDocument/2006/relationships/image" Target="../media/image35.svg"/><Relationship Id="rId19" Type="http://schemas.openxmlformats.org/officeDocument/2006/relationships/image" Target="../media/image74.png"/><Relationship Id="rId18" Type="http://schemas.openxmlformats.org/officeDocument/2006/relationships/image" Target="../media/image101.svg"/><Relationship Id="rId17" Type="http://schemas.openxmlformats.org/officeDocument/2006/relationships/image" Target="../media/image163.png"/><Relationship Id="rId16" Type="http://schemas.openxmlformats.org/officeDocument/2006/relationships/image" Target="../media/image99.svg"/><Relationship Id="rId15" Type="http://schemas.openxmlformats.org/officeDocument/2006/relationships/image" Target="../media/image162.png"/><Relationship Id="rId14" Type="http://schemas.openxmlformats.org/officeDocument/2006/relationships/image" Target="../media/image97.svg"/><Relationship Id="rId13" Type="http://schemas.openxmlformats.org/officeDocument/2006/relationships/image" Target="../media/image161.png"/><Relationship Id="rId12" Type="http://schemas.openxmlformats.org/officeDocument/2006/relationships/image" Target="../media/image95.svg"/><Relationship Id="rId11" Type="http://schemas.openxmlformats.org/officeDocument/2006/relationships/image" Target="../media/image160.png"/><Relationship Id="rId10" Type="http://schemas.openxmlformats.org/officeDocument/2006/relationships/image" Target="../media/image93.svg"/><Relationship Id="rId1" Type="http://schemas.openxmlformats.org/officeDocument/2006/relationships/image" Target="../media/image61.png"/></Relationships>
</file>

<file path=ppt/slides/_rels/slide15.xml.rels><?xml version="1.0" encoding="UTF-8" standalone="yes"?>
<Relationships xmlns="http://schemas.openxmlformats.org/package/2006/relationships"><Relationship Id="rId9" Type="http://schemas.openxmlformats.org/officeDocument/2006/relationships/image" Target="../media/image222.png"/><Relationship Id="rId8" Type="http://schemas.openxmlformats.org/officeDocument/2006/relationships/image" Target="../media/image185.svg"/><Relationship Id="rId7" Type="http://schemas.openxmlformats.org/officeDocument/2006/relationships/image" Target="../media/image221.png"/><Relationship Id="rId6" Type="http://schemas.openxmlformats.org/officeDocument/2006/relationships/image" Target="../media/image135.svg"/><Relationship Id="rId5" Type="http://schemas.openxmlformats.org/officeDocument/2006/relationships/image" Target="../media/image183.png"/><Relationship Id="rId4" Type="http://schemas.openxmlformats.org/officeDocument/2006/relationships/image" Target="../media/image49.svg"/><Relationship Id="rId3" Type="http://schemas.openxmlformats.org/officeDocument/2006/relationships/image" Target="../media/image74.png"/><Relationship Id="rId2" Type="http://schemas.openxmlformats.org/officeDocument/2006/relationships/image" Target="../media/image35.svg"/><Relationship Id="rId15" Type="http://schemas.openxmlformats.org/officeDocument/2006/relationships/slideLayout" Target="../slideLayouts/slideLayout7.xml"/><Relationship Id="rId14" Type="http://schemas.openxmlformats.org/officeDocument/2006/relationships/image" Target="../media/image14.svg"/><Relationship Id="rId13" Type="http://schemas.openxmlformats.org/officeDocument/2006/relationships/image" Target="../media/image226.png"/><Relationship Id="rId12" Type="http://schemas.openxmlformats.org/officeDocument/2006/relationships/image" Target="../media/image225.svg"/><Relationship Id="rId11" Type="http://schemas.openxmlformats.org/officeDocument/2006/relationships/image" Target="../media/image224.png"/><Relationship Id="rId10" Type="http://schemas.openxmlformats.org/officeDocument/2006/relationships/image" Target="../media/image223.svg"/><Relationship Id="rId1" Type="http://schemas.openxmlformats.org/officeDocument/2006/relationships/image" Target="../media/image61.png"/></Relationships>
</file>

<file path=ppt/slides/_rels/slide16.xml.rels><?xml version="1.0" encoding="UTF-8" standalone="yes"?>
<Relationships xmlns="http://schemas.openxmlformats.org/package/2006/relationships"><Relationship Id="rId9" Type="http://schemas.openxmlformats.org/officeDocument/2006/relationships/image" Target="../media/image229.png"/><Relationship Id="rId8" Type="http://schemas.openxmlformats.org/officeDocument/2006/relationships/image" Target="../media/image8.svg"/><Relationship Id="rId7" Type="http://schemas.openxmlformats.org/officeDocument/2006/relationships/image" Target="../media/image228.png"/><Relationship Id="rId6" Type="http://schemas.openxmlformats.org/officeDocument/2006/relationships/image" Target="../media/image6.svg"/><Relationship Id="rId5" Type="http://schemas.openxmlformats.org/officeDocument/2006/relationships/image" Target="../media/image37.png"/><Relationship Id="rId4" Type="http://schemas.openxmlformats.org/officeDocument/2006/relationships/image" Target="../media/image4.svg"/><Relationship Id="rId33" Type="http://schemas.openxmlformats.org/officeDocument/2006/relationships/slideLayout" Target="../slideLayouts/slideLayout7.xml"/><Relationship Id="rId32" Type="http://schemas.openxmlformats.org/officeDocument/2006/relationships/image" Target="../media/image32.svg"/><Relationship Id="rId31" Type="http://schemas.openxmlformats.org/officeDocument/2006/relationships/image" Target="../media/image239.png"/><Relationship Id="rId30" Type="http://schemas.openxmlformats.org/officeDocument/2006/relationships/image" Target="../media/image30.svg"/><Relationship Id="rId3" Type="http://schemas.openxmlformats.org/officeDocument/2006/relationships/image" Target="../media/image36.png"/><Relationship Id="rId29" Type="http://schemas.openxmlformats.org/officeDocument/2006/relationships/image" Target="../media/image238.png"/><Relationship Id="rId28" Type="http://schemas.openxmlformats.org/officeDocument/2006/relationships/image" Target="../media/image28.svg"/><Relationship Id="rId27" Type="http://schemas.openxmlformats.org/officeDocument/2006/relationships/image" Target="../media/image237.png"/><Relationship Id="rId26" Type="http://schemas.openxmlformats.org/officeDocument/2006/relationships/image" Target="../media/image26.svg"/><Relationship Id="rId25" Type="http://schemas.openxmlformats.org/officeDocument/2006/relationships/image" Target="../media/image236.png"/><Relationship Id="rId24" Type="http://schemas.openxmlformats.org/officeDocument/2006/relationships/image" Target="../media/image24.svg"/><Relationship Id="rId23" Type="http://schemas.openxmlformats.org/officeDocument/2006/relationships/image" Target="../media/image235.png"/><Relationship Id="rId22" Type="http://schemas.openxmlformats.org/officeDocument/2006/relationships/image" Target="../media/image22.svg"/><Relationship Id="rId21" Type="http://schemas.openxmlformats.org/officeDocument/2006/relationships/image" Target="../media/image234.png"/><Relationship Id="rId20" Type="http://schemas.openxmlformats.org/officeDocument/2006/relationships/image" Target="../media/image20.svg"/><Relationship Id="rId2" Type="http://schemas.openxmlformats.org/officeDocument/2006/relationships/image" Target="../media/image2.svg"/><Relationship Id="rId19" Type="http://schemas.openxmlformats.org/officeDocument/2006/relationships/image" Target="../media/image233.png"/><Relationship Id="rId18" Type="http://schemas.openxmlformats.org/officeDocument/2006/relationships/image" Target="../media/image18.svg"/><Relationship Id="rId17" Type="http://schemas.openxmlformats.org/officeDocument/2006/relationships/image" Target="../media/image232.png"/><Relationship Id="rId16" Type="http://schemas.openxmlformats.org/officeDocument/2006/relationships/image" Target="../media/image16.svg"/><Relationship Id="rId15" Type="http://schemas.openxmlformats.org/officeDocument/2006/relationships/image" Target="../media/image231.png"/><Relationship Id="rId14" Type="http://schemas.openxmlformats.org/officeDocument/2006/relationships/image" Target="../media/image14.svg"/><Relationship Id="rId13" Type="http://schemas.openxmlformats.org/officeDocument/2006/relationships/image" Target="../media/image226.png"/><Relationship Id="rId12" Type="http://schemas.openxmlformats.org/officeDocument/2006/relationships/image" Target="../media/image12.svg"/><Relationship Id="rId11" Type="http://schemas.openxmlformats.org/officeDocument/2006/relationships/image" Target="../media/image230.png"/><Relationship Id="rId10" Type="http://schemas.openxmlformats.org/officeDocument/2006/relationships/image" Target="../media/image10.svg"/><Relationship Id="rId1" Type="http://schemas.openxmlformats.org/officeDocument/2006/relationships/image" Target="../media/image2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rot="248548">
            <a:off x="5980268" y="2736911"/>
            <a:ext cx="11769630" cy="5973087"/>
          </a:xfrm>
          <a:custGeom>
            <a:avLst/>
            <a:gdLst/>
            <a:ahLst/>
            <a:cxnLst/>
            <a:rect l="l" t="t" r="r" b="b"/>
            <a:pathLst>
              <a:path w="11769630" h="5973087">
                <a:moveTo>
                  <a:pt x="0" y="0"/>
                </a:moveTo>
                <a:lnTo>
                  <a:pt x="11769630" y="0"/>
                </a:lnTo>
                <a:lnTo>
                  <a:pt x="11769630" y="5973088"/>
                </a:lnTo>
                <a:lnTo>
                  <a:pt x="0" y="597308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224479">
            <a:off x="7292355" y="1172576"/>
            <a:ext cx="2869966" cy="1897316"/>
          </a:xfrm>
          <a:custGeom>
            <a:avLst/>
            <a:gdLst/>
            <a:ahLst/>
            <a:cxnLst/>
            <a:rect l="l" t="t" r="r" b="b"/>
            <a:pathLst>
              <a:path w="2869966" h="1897316">
                <a:moveTo>
                  <a:pt x="0" y="0"/>
                </a:moveTo>
                <a:lnTo>
                  <a:pt x="2869967" y="0"/>
                </a:lnTo>
                <a:lnTo>
                  <a:pt x="2869967" y="1897316"/>
                </a:lnTo>
                <a:lnTo>
                  <a:pt x="0" y="1897316"/>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224479">
            <a:off x="7454875" y="4352918"/>
            <a:ext cx="2869966" cy="1897316"/>
          </a:xfrm>
          <a:custGeom>
            <a:avLst/>
            <a:gdLst/>
            <a:ahLst/>
            <a:cxnLst/>
            <a:rect l="l" t="t" r="r" b="b"/>
            <a:pathLst>
              <a:path w="2869966" h="1897316">
                <a:moveTo>
                  <a:pt x="0" y="0"/>
                </a:moveTo>
                <a:lnTo>
                  <a:pt x="2869966" y="0"/>
                </a:lnTo>
                <a:lnTo>
                  <a:pt x="2869966" y="1897316"/>
                </a:lnTo>
                <a:lnTo>
                  <a:pt x="0" y="1897316"/>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p:spPr>
      </p:sp>
      <p:sp>
        <p:nvSpPr>
          <p:cNvPr id="5" name="Freeform 5"/>
          <p:cNvSpPr/>
          <p:nvPr/>
        </p:nvSpPr>
        <p:spPr>
          <a:xfrm rot="940623">
            <a:off x="8311677" y="7257474"/>
            <a:ext cx="2387670" cy="700671"/>
          </a:xfrm>
          <a:custGeom>
            <a:avLst/>
            <a:gdLst/>
            <a:ahLst/>
            <a:cxnLst/>
            <a:rect l="l" t="t" r="r" b="b"/>
            <a:pathLst>
              <a:path w="2387670" h="700671">
                <a:moveTo>
                  <a:pt x="0" y="0"/>
                </a:moveTo>
                <a:lnTo>
                  <a:pt x="2387670" y="0"/>
                </a:lnTo>
                <a:lnTo>
                  <a:pt x="2387670" y="700671"/>
                </a:lnTo>
                <a:lnTo>
                  <a:pt x="0" y="700671"/>
                </a:lnTo>
                <a:lnTo>
                  <a:pt x="0" y="0"/>
                </a:lnTo>
                <a:close/>
              </a:path>
            </a:pathLst>
          </a:custGeom>
          <a:blipFill>
            <a:blip r:embed="rId7">
              <a:extLst>
                <a:ext uri="{96DAC541-7B7A-43D3-8B79-37D633B846F1}">
                  <asvg:svgBlip xmlns:asvg="http://schemas.microsoft.com/office/drawing/2016/SVG/main" r:embed="rId8"/>
                </a:ext>
              </a:extLst>
            </a:blip>
            <a:stretch>
              <a:fillRect l="-226060"/>
            </a:stretch>
          </a:blipFill>
        </p:spPr>
      </p:sp>
      <p:sp>
        <p:nvSpPr>
          <p:cNvPr id="6" name="Freeform 6"/>
          <p:cNvSpPr/>
          <p:nvPr/>
        </p:nvSpPr>
        <p:spPr>
          <a:xfrm rot="473245">
            <a:off x="11351547" y="657638"/>
            <a:ext cx="5590067" cy="3011648"/>
          </a:xfrm>
          <a:custGeom>
            <a:avLst/>
            <a:gdLst/>
            <a:ahLst/>
            <a:cxnLst/>
            <a:rect l="l" t="t" r="r" b="b"/>
            <a:pathLst>
              <a:path w="5590067" h="3011648">
                <a:moveTo>
                  <a:pt x="0" y="0"/>
                </a:moveTo>
                <a:lnTo>
                  <a:pt x="5590066" y="0"/>
                </a:lnTo>
                <a:lnTo>
                  <a:pt x="5590066" y="3011648"/>
                </a:lnTo>
                <a:lnTo>
                  <a:pt x="0" y="3011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474000">
            <a:off x="11787587" y="1160241"/>
            <a:ext cx="1517557" cy="2286339"/>
          </a:xfrm>
          <a:custGeom>
            <a:avLst/>
            <a:gdLst/>
            <a:ahLst/>
            <a:cxnLst/>
            <a:rect l="l" t="t" r="r" b="b"/>
            <a:pathLst>
              <a:path w="1517557" h="2286339">
                <a:moveTo>
                  <a:pt x="0" y="0"/>
                </a:moveTo>
                <a:lnTo>
                  <a:pt x="1517557" y="0"/>
                </a:lnTo>
                <a:lnTo>
                  <a:pt x="1517557" y="2286339"/>
                </a:lnTo>
                <a:lnTo>
                  <a:pt x="0" y="2286339"/>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rot="-501352" flipV="1">
            <a:off x="11918273" y="6795946"/>
            <a:ext cx="3326825" cy="3511160"/>
          </a:xfrm>
          <a:custGeom>
            <a:avLst/>
            <a:gdLst/>
            <a:ahLst/>
            <a:cxnLst/>
            <a:rect l="l" t="t" r="r" b="b"/>
            <a:pathLst>
              <a:path w="3326825" h="3511160">
                <a:moveTo>
                  <a:pt x="0" y="3511161"/>
                </a:moveTo>
                <a:lnTo>
                  <a:pt x="3326825" y="3511161"/>
                </a:lnTo>
                <a:lnTo>
                  <a:pt x="3326825" y="0"/>
                </a:lnTo>
                <a:lnTo>
                  <a:pt x="0" y="0"/>
                </a:lnTo>
                <a:lnTo>
                  <a:pt x="0" y="3511161"/>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9" name="Group 9"/>
          <p:cNvGrpSpPr/>
          <p:nvPr/>
        </p:nvGrpSpPr>
        <p:grpSpPr>
          <a:xfrm rot="0">
            <a:off x="347162" y="288329"/>
            <a:ext cx="9158350" cy="12218720"/>
            <a:chOff x="0" y="0"/>
            <a:chExt cx="12211133" cy="16291626"/>
          </a:xfrm>
        </p:grpSpPr>
        <p:sp>
          <p:nvSpPr>
            <p:cNvPr id="10" name="Freeform 10"/>
            <p:cNvSpPr/>
            <p:nvPr/>
          </p:nvSpPr>
          <p:spPr>
            <a:xfrm rot="-175520">
              <a:off x="393923" y="281243"/>
              <a:ext cx="11423288" cy="15729140"/>
            </a:xfrm>
            <a:custGeom>
              <a:avLst/>
              <a:gdLst/>
              <a:ahLst/>
              <a:cxnLst/>
              <a:rect l="l" t="t" r="r" b="b"/>
              <a:pathLst>
                <a:path w="11423288" h="15729140">
                  <a:moveTo>
                    <a:pt x="0" y="0"/>
                  </a:moveTo>
                  <a:lnTo>
                    <a:pt x="11423287" y="0"/>
                  </a:lnTo>
                  <a:lnTo>
                    <a:pt x="11423287" y="15729140"/>
                  </a:lnTo>
                  <a:lnTo>
                    <a:pt x="0" y="157291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1" name="Freeform 11"/>
            <p:cNvSpPr/>
            <p:nvPr/>
          </p:nvSpPr>
          <p:spPr>
            <a:xfrm rot="-175520">
              <a:off x="1016144" y="471243"/>
              <a:ext cx="1879283" cy="15729140"/>
            </a:xfrm>
            <a:custGeom>
              <a:avLst/>
              <a:gdLst/>
              <a:ahLst/>
              <a:cxnLst/>
              <a:rect l="l" t="t" r="r" b="b"/>
              <a:pathLst>
                <a:path w="1879283" h="15729140">
                  <a:moveTo>
                    <a:pt x="0" y="0"/>
                  </a:moveTo>
                  <a:lnTo>
                    <a:pt x="1879283" y="0"/>
                  </a:lnTo>
                  <a:lnTo>
                    <a:pt x="1879283" y="15729140"/>
                  </a:lnTo>
                  <a:lnTo>
                    <a:pt x="0" y="15729140"/>
                  </a:lnTo>
                  <a:lnTo>
                    <a:pt x="0" y="0"/>
                  </a:lnTo>
                  <a:close/>
                </a:path>
              </a:pathLst>
            </a:custGeom>
            <a:blipFill>
              <a:blip r:embed="rId15">
                <a:extLst>
                  <a:ext uri="{96DAC541-7B7A-43D3-8B79-37D633B846F1}">
                    <asvg:svgBlip xmlns:asvg="http://schemas.microsoft.com/office/drawing/2016/SVG/main" r:embed="rId16"/>
                  </a:ext>
                </a:extLst>
              </a:blip>
              <a:stretch>
                <a:fillRect l="-88104" r="-419749"/>
              </a:stretch>
            </a:blipFill>
          </p:spPr>
        </p:sp>
      </p:grpSp>
      <p:sp>
        <p:nvSpPr>
          <p:cNvPr id="12" name="Freeform 12"/>
          <p:cNvSpPr/>
          <p:nvPr/>
        </p:nvSpPr>
        <p:spPr>
          <a:xfrm>
            <a:off x="1946050" y="9127297"/>
            <a:ext cx="1935417" cy="1935417"/>
          </a:xfrm>
          <a:custGeom>
            <a:avLst/>
            <a:gdLst/>
            <a:ahLst/>
            <a:cxnLst/>
            <a:rect l="l" t="t" r="r" b="b"/>
            <a:pathLst>
              <a:path w="1935417" h="1935417">
                <a:moveTo>
                  <a:pt x="0" y="0"/>
                </a:moveTo>
                <a:lnTo>
                  <a:pt x="1935417" y="0"/>
                </a:lnTo>
                <a:lnTo>
                  <a:pt x="1935417" y="1935417"/>
                </a:lnTo>
                <a:lnTo>
                  <a:pt x="0" y="1935417"/>
                </a:lnTo>
                <a:lnTo>
                  <a:pt x="0" y="0"/>
                </a:lnTo>
                <a:close/>
              </a:path>
            </a:pathLst>
          </a:custGeom>
          <a:blipFill>
            <a:blip r:embed="rId17">
              <a:alphaModFix amt="15000"/>
              <a:extLst>
                <a:ext uri="{96DAC541-7B7A-43D3-8B79-37D633B846F1}">
                  <asvg:svgBlip xmlns:asvg="http://schemas.microsoft.com/office/drawing/2016/SVG/main" r:embed="rId18"/>
                </a:ext>
              </a:extLst>
            </a:blip>
            <a:stretch>
              <a:fillRect/>
            </a:stretch>
          </a:blipFill>
          <a:ln cap="sq">
            <a:noFill/>
            <a:prstDash val="solid"/>
            <a:miter/>
          </a:ln>
        </p:spPr>
      </p:sp>
      <p:sp>
        <p:nvSpPr>
          <p:cNvPr id="13" name="Freeform 13"/>
          <p:cNvSpPr/>
          <p:nvPr/>
        </p:nvSpPr>
        <p:spPr>
          <a:xfrm>
            <a:off x="4501116" y="7103250"/>
            <a:ext cx="1501223" cy="1501223"/>
          </a:xfrm>
          <a:custGeom>
            <a:avLst/>
            <a:gdLst/>
            <a:ahLst/>
            <a:cxnLst/>
            <a:rect l="l" t="t" r="r" b="b"/>
            <a:pathLst>
              <a:path w="1501223" h="1501223">
                <a:moveTo>
                  <a:pt x="0" y="0"/>
                </a:moveTo>
                <a:lnTo>
                  <a:pt x="1501223" y="0"/>
                </a:lnTo>
                <a:lnTo>
                  <a:pt x="1501223" y="1501222"/>
                </a:lnTo>
                <a:lnTo>
                  <a:pt x="0" y="1501222"/>
                </a:lnTo>
                <a:lnTo>
                  <a:pt x="0" y="0"/>
                </a:lnTo>
                <a:close/>
              </a:path>
            </a:pathLst>
          </a:custGeom>
          <a:blipFill>
            <a:blip r:embed="rId17">
              <a:alphaModFix amt="15000"/>
              <a:extLst>
                <a:ext uri="{96DAC541-7B7A-43D3-8B79-37D633B846F1}">
                  <asvg:svgBlip xmlns:asvg="http://schemas.microsoft.com/office/drawing/2016/SVG/main" r:embed="rId18"/>
                </a:ext>
              </a:extLst>
            </a:blip>
            <a:stretch>
              <a:fillRect/>
            </a:stretch>
          </a:blipFill>
          <a:ln cap="sq">
            <a:noFill/>
            <a:prstDash val="solid"/>
            <a:miter/>
          </a:ln>
        </p:spPr>
      </p:sp>
      <p:sp>
        <p:nvSpPr>
          <p:cNvPr id="14" name="Freeform 14"/>
          <p:cNvSpPr/>
          <p:nvPr/>
        </p:nvSpPr>
        <p:spPr>
          <a:xfrm>
            <a:off x="1579533" y="1413783"/>
            <a:ext cx="1334225" cy="1334225"/>
          </a:xfrm>
          <a:custGeom>
            <a:avLst/>
            <a:gdLst/>
            <a:ahLst/>
            <a:cxnLst/>
            <a:rect l="l" t="t" r="r" b="b"/>
            <a:pathLst>
              <a:path w="1334225" h="1334225">
                <a:moveTo>
                  <a:pt x="0" y="0"/>
                </a:moveTo>
                <a:lnTo>
                  <a:pt x="1334225" y="0"/>
                </a:lnTo>
                <a:lnTo>
                  <a:pt x="1334225" y="1334225"/>
                </a:lnTo>
                <a:lnTo>
                  <a:pt x="0" y="1334225"/>
                </a:lnTo>
                <a:lnTo>
                  <a:pt x="0" y="0"/>
                </a:lnTo>
                <a:close/>
              </a:path>
            </a:pathLst>
          </a:custGeom>
          <a:blipFill>
            <a:blip r:embed="rId17">
              <a:alphaModFix amt="15000"/>
              <a:extLst>
                <a:ext uri="{96DAC541-7B7A-43D3-8B79-37D633B846F1}">
                  <asvg:svgBlip xmlns:asvg="http://schemas.microsoft.com/office/drawing/2016/SVG/main" r:embed="rId18"/>
                </a:ext>
              </a:extLst>
            </a:blip>
            <a:stretch>
              <a:fillRect/>
            </a:stretch>
          </a:blipFill>
        </p:spPr>
      </p:sp>
      <p:sp>
        <p:nvSpPr>
          <p:cNvPr id="15" name="Freeform 15"/>
          <p:cNvSpPr/>
          <p:nvPr/>
        </p:nvSpPr>
        <p:spPr>
          <a:xfrm rot="-174000">
            <a:off x="4525030" y="460828"/>
            <a:ext cx="1501223" cy="983344"/>
          </a:xfrm>
          <a:custGeom>
            <a:avLst/>
            <a:gdLst/>
            <a:ahLst/>
            <a:cxnLst/>
            <a:rect l="l" t="t" r="r" b="b"/>
            <a:pathLst>
              <a:path w="1501223" h="983344">
                <a:moveTo>
                  <a:pt x="0" y="0"/>
                </a:moveTo>
                <a:lnTo>
                  <a:pt x="1501223" y="0"/>
                </a:lnTo>
                <a:lnTo>
                  <a:pt x="1501223" y="983344"/>
                </a:lnTo>
                <a:lnTo>
                  <a:pt x="0" y="983344"/>
                </a:lnTo>
                <a:lnTo>
                  <a:pt x="0" y="0"/>
                </a:lnTo>
                <a:close/>
              </a:path>
            </a:pathLst>
          </a:custGeom>
          <a:blipFill>
            <a:blip r:embed="rId17">
              <a:alphaModFix amt="15000"/>
              <a:extLst>
                <a:ext uri="{96DAC541-7B7A-43D3-8B79-37D633B846F1}">
                  <asvg:svgBlip xmlns:asvg="http://schemas.microsoft.com/office/drawing/2016/SVG/main" r:embed="rId18"/>
                </a:ext>
              </a:extLst>
            </a:blip>
            <a:stretch>
              <a:fillRect t="-52665"/>
            </a:stretch>
          </a:blipFill>
          <a:ln cap="sq">
            <a:noFill/>
            <a:prstDash val="solid"/>
            <a:miter/>
          </a:ln>
        </p:spPr>
      </p:sp>
      <p:sp>
        <p:nvSpPr>
          <p:cNvPr id="16" name="Freeform 16"/>
          <p:cNvSpPr/>
          <p:nvPr/>
        </p:nvSpPr>
        <p:spPr>
          <a:xfrm rot="-174000">
            <a:off x="8042464" y="6640101"/>
            <a:ext cx="1193601" cy="1935417"/>
          </a:xfrm>
          <a:custGeom>
            <a:avLst/>
            <a:gdLst/>
            <a:ahLst/>
            <a:cxnLst/>
            <a:rect l="l" t="t" r="r" b="b"/>
            <a:pathLst>
              <a:path w="1193601" h="1935417">
                <a:moveTo>
                  <a:pt x="0" y="0"/>
                </a:moveTo>
                <a:lnTo>
                  <a:pt x="1193601" y="0"/>
                </a:lnTo>
                <a:lnTo>
                  <a:pt x="1193601" y="1935417"/>
                </a:lnTo>
                <a:lnTo>
                  <a:pt x="0" y="1935417"/>
                </a:lnTo>
                <a:lnTo>
                  <a:pt x="0" y="0"/>
                </a:lnTo>
                <a:close/>
              </a:path>
            </a:pathLst>
          </a:custGeom>
          <a:blipFill>
            <a:blip r:embed="rId17">
              <a:alphaModFix amt="15000"/>
              <a:extLst>
                <a:ext uri="{96DAC541-7B7A-43D3-8B79-37D633B846F1}">
                  <asvg:svgBlip xmlns:asvg="http://schemas.microsoft.com/office/drawing/2016/SVG/main" r:embed="rId18"/>
                </a:ext>
              </a:extLst>
            </a:blip>
            <a:stretch>
              <a:fillRect r="-62149"/>
            </a:stretch>
          </a:blipFill>
          <a:ln cap="sq">
            <a:noFill/>
            <a:prstDash val="solid"/>
            <a:miter/>
          </a:ln>
        </p:spPr>
      </p:sp>
      <p:sp>
        <p:nvSpPr>
          <p:cNvPr id="17" name="Freeform 17"/>
          <p:cNvSpPr/>
          <p:nvPr/>
        </p:nvSpPr>
        <p:spPr>
          <a:xfrm rot="-174000">
            <a:off x="7754878" y="1057655"/>
            <a:ext cx="1193601" cy="1935417"/>
          </a:xfrm>
          <a:custGeom>
            <a:avLst/>
            <a:gdLst/>
            <a:ahLst/>
            <a:cxnLst/>
            <a:rect l="l" t="t" r="r" b="b"/>
            <a:pathLst>
              <a:path w="1193601" h="1935417">
                <a:moveTo>
                  <a:pt x="0" y="0"/>
                </a:moveTo>
                <a:lnTo>
                  <a:pt x="1193601" y="0"/>
                </a:lnTo>
                <a:lnTo>
                  <a:pt x="1193601" y="1935417"/>
                </a:lnTo>
                <a:lnTo>
                  <a:pt x="0" y="1935417"/>
                </a:lnTo>
                <a:lnTo>
                  <a:pt x="0" y="0"/>
                </a:lnTo>
                <a:close/>
              </a:path>
            </a:pathLst>
          </a:custGeom>
          <a:blipFill>
            <a:blip r:embed="rId17">
              <a:alphaModFix amt="15000"/>
              <a:extLst>
                <a:ext uri="{96DAC541-7B7A-43D3-8B79-37D633B846F1}">
                  <asvg:svgBlip xmlns:asvg="http://schemas.microsoft.com/office/drawing/2016/SVG/main" r:embed="rId18"/>
                </a:ext>
              </a:extLst>
            </a:blip>
            <a:stretch>
              <a:fillRect r="-62149"/>
            </a:stretch>
          </a:blipFill>
          <a:ln cap="sq">
            <a:noFill/>
            <a:prstDash val="solid"/>
            <a:miter/>
          </a:ln>
        </p:spPr>
      </p:sp>
      <p:sp>
        <p:nvSpPr>
          <p:cNvPr id="18" name="Freeform 18"/>
          <p:cNvSpPr/>
          <p:nvPr/>
        </p:nvSpPr>
        <p:spPr>
          <a:xfrm rot="-504000" flipH="1">
            <a:off x="12212690" y="6950676"/>
            <a:ext cx="2541900" cy="3373078"/>
          </a:xfrm>
          <a:custGeom>
            <a:avLst/>
            <a:gdLst/>
            <a:ahLst/>
            <a:cxnLst/>
            <a:rect l="l" t="t" r="r" b="b"/>
            <a:pathLst>
              <a:path w="2541900" h="3373078">
                <a:moveTo>
                  <a:pt x="2541901" y="0"/>
                </a:moveTo>
                <a:lnTo>
                  <a:pt x="0" y="0"/>
                </a:lnTo>
                <a:lnTo>
                  <a:pt x="0" y="3373078"/>
                </a:lnTo>
                <a:lnTo>
                  <a:pt x="2541901" y="3373078"/>
                </a:lnTo>
                <a:lnTo>
                  <a:pt x="2541901" y="0"/>
                </a:lnTo>
                <a:close/>
              </a:path>
            </a:pathLst>
          </a:custGeom>
          <a:blipFill>
            <a:blip r:embed="rId19">
              <a:extLst>
                <a:ext uri="{96DAC541-7B7A-43D3-8B79-37D633B846F1}">
                  <asvg:svgBlip xmlns:asvg="http://schemas.microsoft.com/office/drawing/2016/SVG/main" r:embed="rId20"/>
                </a:ext>
              </a:extLst>
            </a:blip>
            <a:stretch>
              <a:fillRect b="-58232"/>
            </a:stretch>
          </a:blipFill>
        </p:spPr>
      </p:sp>
      <p:sp>
        <p:nvSpPr>
          <p:cNvPr id="19" name="Freeform 19"/>
          <p:cNvSpPr/>
          <p:nvPr/>
        </p:nvSpPr>
        <p:spPr>
          <a:xfrm rot="474000">
            <a:off x="13061747" y="1157100"/>
            <a:ext cx="3154736" cy="2571109"/>
          </a:xfrm>
          <a:custGeom>
            <a:avLst/>
            <a:gdLst/>
            <a:ahLst/>
            <a:cxnLst/>
            <a:rect l="l" t="t" r="r" b="b"/>
            <a:pathLst>
              <a:path w="3154736" h="2571109">
                <a:moveTo>
                  <a:pt x="0" y="0"/>
                </a:moveTo>
                <a:lnTo>
                  <a:pt x="3154735" y="0"/>
                </a:lnTo>
                <a:lnTo>
                  <a:pt x="3154735" y="2571109"/>
                </a:lnTo>
                <a:lnTo>
                  <a:pt x="0" y="257110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0" name="Freeform 20"/>
          <p:cNvSpPr/>
          <p:nvPr/>
        </p:nvSpPr>
        <p:spPr>
          <a:xfrm rot="474000" flipH="1">
            <a:off x="15146511" y="1088301"/>
            <a:ext cx="1052421" cy="2681326"/>
          </a:xfrm>
          <a:custGeom>
            <a:avLst/>
            <a:gdLst/>
            <a:ahLst/>
            <a:cxnLst/>
            <a:rect l="l" t="t" r="r" b="b"/>
            <a:pathLst>
              <a:path w="1052421" h="2681326">
                <a:moveTo>
                  <a:pt x="1052421" y="0"/>
                </a:moveTo>
                <a:lnTo>
                  <a:pt x="0" y="0"/>
                </a:lnTo>
                <a:lnTo>
                  <a:pt x="0" y="2681326"/>
                </a:lnTo>
                <a:lnTo>
                  <a:pt x="1052421" y="2681326"/>
                </a:lnTo>
                <a:lnTo>
                  <a:pt x="1052421"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1" name="Freeform 21"/>
          <p:cNvSpPr/>
          <p:nvPr/>
        </p:nvSpPr>
        <p:spPr>
          <a:xfrm>
            <a:off x="13608817" y="1066800"/>
            <a:ext cx="414718" cy="414718"/>
          </a:xfrm>
          <a:custGeom>
            <a:avLst/>
            <a:gdLst/>
            <a:ahLst/>
            <a:cxnLst/>
            <a:rect l="l" t="t" r="r" b="b"/>
            <a:pathLst>
              <a:path w="414718" h="414718">
                <a:moveTo>
                  <a:pt x="0" y="0"/>
                </a:moveTo>
                <a:lnTo>
                  <a:pt x="414718" y="0"/>
                </a:lnTo>
                <a:lnTo>
                  <a:pt x="414718" y="414718"/>
                </a:lnTo>
                <a:lnTo>
                  <a:pt x="0" y="414718"/>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22" name="Freeform 22"/>
          <p:cNvSpPr/>
          <p:nvPr/>
        </p:nvSpPr>
        <p:spPr>
          <a:xfrm rot="4911293">
            <a:off x="14388422" y="654739"/>
            <a:ext cx="674178" cy="1321767"/>
          </a:xfrm>
          <a:custGeom>
            <a:avLst/>
            <a:gdLst/>
            <a:ahLst/>
            <a:cxnLst/>
            <a:rect l="l" t="t" r="r" b="b"/>
            <a:pathLst>
              <a:path w="674178" h="1321767">
                <a:moveTo>
                  <a:pt x="0" y="0"/>
                </a:moveTo>
                <a:lnTo>
                  <a:pt x="674177" y="0"/>
                </a:lnTo>
                <a:lnTo>
                  <a:pt x="674177" y="1321768"/>
                </a:lnTo>
                <a:lnTo>
                  <a:pt x="0" y="1321768"/>
                </a:lnTo>
                <a:lnTo>
                  <a:pt x="0" y="0"/>
                </a:lnTo>
                <a:close/>
              </a:path>
            </a:pathLst>
          </a:custGeom>
          <a:blipFill>
            <a:blip r:embed="rId27">
              <a:extLst>
                <a:ext uri="{96DAC541-7B7A-43D3-8B79-37D633B846F1}">
                  <asvg:svgBlip xmlns:asvg="http://schemas.microsoft.com/office/drawing/2016/SVG/main" r:embed="rId28"/>
                </a:ext>
              </a:extLst>
            </a:blip>
            <a:stretch>
              <a:fillRect t="-17382" b="-35443"/>
            </a:stretch>
          </a:blipFill>
        </p:spPr>
      </p:sp>
      <p:sp>
        <p:nvSpPr>
          <p:cNvPr id="23" name="Freeform 23"/>
          <p:cNvSpPr/>
          <p:nvPr/>
        </p:nvSpPr>
        <p:spPr>
          <a:xfrm rot="6266181">
            <a:off x="14307399" y="8489853"/>
            <a:ext cx="4192744" cy="403552"/>
          </a:xfrm>
          <a:custGeom>
            <a:avLst/>
            <a:gdLst/>
            <a:ahLst/>
            <a:cxnLst/>
            <a:rect l="l" t="t" r="r" b="b"/>
            <a:pathLst>
              <a:path w="4192744" h="403552">
                <a:moveTo>
                  <a:pt x="0" y="0"/>
                </a:moveTo>
                <a:lnTo>
                  <a:pt x="4192744" y="0"/>
                </a:lnTo>
                <a:lnTo>
                  <a:pt x="4192744" y="403552"/>
                </a:lnTo>
                <a:lnTo>
                  <a:pt x="0" y="40355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24" name="Freeform 24"/>
          <p:cNvSpPr/>
          <p:nvPr/>
        </p:nvSpPr>
        <p:spPr>
          <a:xfrm rot="1378095" flipH="1">
            <a:off x="14919403" y="5958053"/>
            <a:ext cx="2016971" cy="516849"/>
          </a:xfrm>
          <a:custGeom>
            <a:avLst/>
            <a:gdLst/>
            <a:ahLst/>
            <a:cxnLst/>
            <a:rect l="l" t="t" r="r" b="b"/>
            <a:pathLst>
              <a:path w="2016971" h="516849">
                <a:moveTo>
                  <a:pt x="2016971" y="0"/>
                </a:moveTo>
                <a:lnTo>
                  <a:pt x="0" y="0"/>
                </a:lnTo>
                <a:lnTo>
                  <a:pt x="0" y="516849"/>
                </a:lnTo>
                <a:lnTo>
                  <a:pt x="2016971" y="516849"/>
                </a:lnTo>
                <a:lnTo>
                  <a:pt x="2016971"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25" name="TextBox 25"/>
          <p:cNvSpPr txBox="1"/>
          <p:nvPr/>
        </p:nvSpPr>
        <p:spPr>
          <a:xfrm rot="-174000">
            <a:off x="859741" y="5099143"/>
            <a:ext cx="8369334" cy="1943100"/>
          </a:xfrm>
          <a:prstGeom prst="rect">
            <a:avLst/>
          </a:prstGeom>
        </p:spPr>
        <p:txBody>
          <a:bodyPr lIns="0" tIns="0" rIns="0" bIns="0" rtlCol="0" anchor="t">
            <a:spAutoFit/>
          </a:bodyPr>
          <a:lstStyle/>
          <a:p>
            <a:pPr algn="ctr">
              <a:lnSpc>
                <a:spcPts val="15120"/>
              </a:lnSpc>
            </a:pPr>
            <a:r>
              <a:rPr lang="en-US" sz="12600">
                <a:solidFill>
                  <a:srgbClr val="FFFFFF"/>
                </a:solidFill>
                <a:latin typeface="Bobby Jones Soft"/>
                <a:ea typeface="Bobby Jones Soft"/>
                <a:cs typeface="Bobby Jones Soft"/>
                <a:sym typeface="Bobby Jones Soft"/>
              </a:rPr>
              <a:t>Bola Voli</a:t>
            </a:r>
            <a:endParaRPr lang="en-US" sz="12600">
              <a:solidFill>
                <a:srgbClr val="FFFFFF"/>
              </a:solidFill>
              <a:latin typeface="Bobby Jones Soft"/>
              <a:ea typeface="Bobby Jones Soft"/>
              <a:cs typeface="Bobby Jones Soft"/>
              <a:sym typeface="Bobby Jones Soft"/>
            </a:endParaRPr>
          </a:p>
        </p:txBody>
      </p:sp>
      <p:sp>
        <p:nvSpPr>
          <p:cNvPr id="26" name="TextBox 26"/>
          <p:cNvSpPr txBox="1"/>
          <p:nvPr/>
        </p:nvSpPr>
        <p:spPr>
          <a:xfrm rot="-174000">
            <a:off x="1801674" y="3570364"/>
            <a:ext cx="6165417" cy="1230450"/>
          </a:xfrm>
          <a:prstGeom prst="rect">
            <a:avLst/>
          </a:prstGeom>
        </p:spPr>
        <p:txBody>
          <a:bodyPr lIns="0" tIns="0" rIns="0" bIns="0" rtlCol="0" anchor="t">
            <a:spAutoFit/>
          </a:bodyPr>
          <a:lstStyle/>
          <a:p>
            <a:pPr marL="0" lvl="0" indent="0" algn="ctr">
              <a:lnSpc>
                <a:spcPts val="4750"/>
              </a:lnSpc>
            </a:pP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Aktivitas Perma</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i</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n</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a</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n</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 </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Bol</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a</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 Bes</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a</a:t>
            </a:r>
            <a:r>
              <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r</a:t>
            </a:r>
            <a:endParaRPr lang="en-US" sz="466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27" name="TextBox 27"/>
          <p:cNvSpPr txBox="1"/>
          <p:nvPr/>
        </p:nvSpPr>
        <p:spPr>
          <a:xfrm rot="245999">
            <a:off x="10563653" y="4620393"/>
            <a:ext cx="5138315" cy="1294658"/>
          </a:xfrm>
          <a:prstGeom prst="rect">
            <a:avLst/>
          </a:prstGeom>
        </p:spPr>
        <p:txBody>
          <a:bodyPr lIns="0" tIns="0" rIns="0" bIns="0" rtlCol="0" anchor="t">
            <a:spAutoFit/>
          </a:bodyPr>
          <a:lstStyle/>
          <a:p>
            <a:pPr marL="0" lvl="0" indent="0" algn="ctr">
              <a:lnSpc>
                <a:spcPts val="5230"/>
              </a:lnSpc>
            </a:pPr>
            <a:r>
              <a:rPr lang="en-US" sz="3735">
                <a:solidFill>
                  <a:srgbClr val="424242"/>
                </a:solidFill>
                <a:latin typeface="Glacial Indifference"/>
                <a:ea typeface="Glacial Indifference"/>
                <a:cs typeface="Glacial Indifference"/>
                <a:sym typeface="Glacial Indifference"/>
              </a:rPr>
              <a:t>Mata Pelajaran PJOK untuk Kel</a:t>
            </a:r>
            <a:r>
              <a:rPr lang="en-US" sz="3735">
                <a:solidFill>
                  <a:srgbClr val="424242"/>
                </a:solidFill>
                <a:latin typeface="Glacial Indifference"/>
                <a:ea typeface="Glacial Indifference"/>
                <a:cs typeface="Glacial Indifference"/>
                <a:sym typeface="Glacial Indifference"/>
              </a:rPr>
              <a:t>a</a:t>
            </a:r>
            <a:r>
              <a:rPr lang="en-US" sz="3735">
                <a:solidFill>
                  <a:srgbClr val="424242"/>
                </a:solidFill>
                <a:latin typeface="Glacial Indifference"/>
                <a:ea typeface="Glacial Indifference"/>
                <a:cs typeface="Glacial Indifference"/>
                <a:sym typeface="Glacial Indifference"/>
              </a:rPr>
              <a:t>s IX</a:t>
            </a:r>
            <a:endParaRPr lang="en-US" sz="3735">
              <a:solidFill>
                <a:srgbClr val="424242"/>
              </a:solidFill>
              <a:latin typeface="Glacial Indifference"/>
              <a:ea typeface="Glacial Indifference"/>
              <a:cs typeface="Glacial Indifference"/>
              <a:sym typeface="Glacial Indifference"/>
            </a:endParaRPr>
          </a:p>
        </p:txBody>
      </p:sp>
      <p:sp>
        <p:nvSpPr>
          <p:cNvPr id="28" name="TextBox 28"/>
          <p:cNvSpPr txBox="1"/>
          <p:nvPr/>
        </p:nvSpPr>
        <p:spPr>
          <a:xfrm>
            <a:off x="3518535" y="11324590"/>
            <a:ext cx="6168390" cy="555625"/>
          </a:xfrm>
          <a:prstGeom prst="rect">
            <a:avLst/>
          </a:prstGeom>
        </p:spPr>
        <p:txBody>
          <a:bodyPr lIns="0" tIns="0" rIns="0" bIns="0" rtlCol="0" anchor="t">
            <a:noAutofit/>
          </a:bodyPr>
          <a:lstStyle/>
          <a:p>
            <a:pPr marL="0" lvl="0" indent="0" algn="ctr">
              <a:lnSpc>
                <a:spcPts val="2200"/>
              </a:lnSpc>
            </a:pPr>
            <a:r>
              <a:rPr lang="en-US" sz="400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PPL PPG PJOK UNY</a:t>
            </a:r>
            <a:endParaRPr lang="en-US" sz="4000" b="1">
              <a:solidFill>
                <a:srgbClr val="FFFFFF"/>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pic>
        <p:nvPicPr>
          <p:cNvPr id="29" name="Picture 29">
            <a:hlinkClick r:id="" action="ppaction://media"/>
          </p:cNvPr>
          <p:cNvPicPr>
            <a:picLocks noChangeAspect="1"/>
          </p:cNvPicPr>
          <p:nvPr>
            <a:audioFile r:link="rId33"/>
            <p:extLst>
              <p:ext uri="{DAA4B4D4-6D71-4841-9C94-3DE7FCFB9230}">
                <p14:media xmlns:p14="http://schemas.microsoft.com/office/powerpoint/2010/main" r:embed="rId34">
                  <p14:trim end="3114,000000"/>
                </p14:media>
              </p:ext>
            </p:extLst>
          </p:nvPr>
        </p:nvPicPr>
        <p:blipFill>
          <a:blip r:embed="rId35"/>
          <a:stretch>
            <a:fillRect/>
          </a:stretch>
        </p:blipFill>
        <p:spPr>
          <a:xfrm>
            <a:off x="8629650" y="4629150"/>
            <a:ext cx="1028700" cy="1028700"/>
          </a:xfrm>
          <a:prstGeom prst="rect">
            <a:avLst/>
          </a:prstGeom>
        </p:spPr>
      </p:pic>
    </p:spTree>
  </p:cSld>
  <p:clrMapOvr>
    <a:masterClrMapping/>
  </p:clrMapOvr>
  <p:timing>
    <p:tnLst>
      <p:par>
        <p:cTn id="1" dur="indefinite" restart="never" nodeType="tmRoot">
          <p:childTnLst>
            <p:audio>
              <p:cMediaNode vol="100000" showWhenStopped="0">
                <p:cTn id="2"/>
                <p:tgtEl>
                  <p:spTgt spid="2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16171122" y="7077771"/>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a:ln cap="rnd">
            <a:noFill/>
            <a:prstDash val="solid"/>
            <a:round/>
          </a:ln>
        </p:spPr>
      </p:sp>
      <p:sp>
        <p:nvSpPr>
          <p:cNvPr id="4" name="Freeform 4"/>
          <p:cNvSpPr/>
          <p:nvPr/>
        </p:nvSpPr>
        <p:spPr>
          <a:xfrm rot="5400000">
            <a:off x="16171122" y="4583088"/>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p:spPr>
      </p:sp>
      <p:sp>
        <p:nvSpPr>
          <p:cNvPr id="5" name="Freeform 5"/>
          <p:cNvSpPr/>
          <p:nvPr/>
        </p:nvSpPr>
        <p:spPr>
          <a:xfrm rot="5400000">
            <a:off x="-42679" y="1953311"/>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6" name="Freeform 6"/>
          <p:cNvSpPr/>
          <p:nvPr/>
        </p:nvSpPr>
        <p:spPr>
          <a:xfrm rot="-126393">
            <a:off x="326805" y="7823690"/>
            <a:ext cx="2054953" cy="385304"/>
          </a:xfrm>
          <a:custGeom>
            <a:avLst/>
            <a:gdLst/>
            <a:ahLst/>
            <a:cxnLst/>
            <a:rect l="l" t="t" r="r" b="b"/>
            <a:pathLst>
              <a:path w="2054953" h="385304">
                <a:moveTo>
                  <a:pt x="0" y="0"/>
                </a:moveTo>
                <a:lnTo>
                  <a:pt x="2054953" y="0"/>
                </a:lnTo>
                <a:lnTo>
                  <a:pt x="2054953" y="385304"/>
                </a:lnTo>
                <a:lnTo>
                  <a:pt x="0" y="38530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532621" y="7011228"/>
            <a:ext cx="1506508" cy="276821"/>
          </a:xfrm>
          <a:custGeom>
            <a:avLst/>
            <a:gdLst/>
            <a:ahLst/>
            <a:cxnLst/>
            <a:rect l="l" t="t" r="r" b="b"/>
            <a:pathLst>
              <a:path w="1506508" h="276821">
                <a:moveTo>
                  <a:pt x="0" y="0"/>
                </a:moveTo>
                <a:lnTo>
                  <a:pt x="1506508" y="0"/>
                </a:lnTo>
                <a:lnTo>
                  <a:pt x="1506508" y="276821"/>
                </a:lnTo>
                <a:lnTo>
                  <a:pt x="0" y="27682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rot="5521723">
            <a:off x="17056307" y="1368356"/>
            <a:ext cx="372389" cy="1052689"/>
          </a:xfrm>
          <a:custGeom>
            <a:avLst/>
            <a:gdLst/>
            <a:ahLst/>
            <a:cxnLst/>
            <a:rect l="l" t="t" r="r" b="b"/>
            <a:pathLst>
              <a:path w="372389" h="1052689">
                <a:moveTo>
                  <a:pt x="0" y="0"/>
                </a:moveTo>
                <a:lnTo>
                  <a:pt x="372389" y="0"/>
                </a:lnTo>
                <a:lnTo>
                  <a:pt x="372389" y="1052688"/>
                </a:lnTo>
                <a:lnTo>
                  <a:pt x="0" y="105268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9" name="Freeform 9"/>
          <p:cNvSpPr/>
          <p:nvPr/>
        </p:nvSpPr>
        <p:spPr>
          <a:xfrm rot="5400000">
            <a:off x="17328263" y="2214749"/>
            <a:ext cx="221742" cy="671945"/>
          </a:xfrm>
          <a:custGeom>
            <a:avLst/>
            <a:gdLst/>
            <a:ahLst/>
            <a:cxnLst/>
            <a:rect l="l" t="t" r="r" b="b"/>
            <a:pathLst>
              <a:path w="221742" h="671945">
                <a:moveTo>
                  <a:pt x="0" y="0"/>
                </a:moveTo>
                <a:lnTo>
                  <a:pt x="221742" y="0"/>
                </a:lnTo>
                <a:lnTo>
                  <a:pt x="221742" y="671946"/>
                </a:lnTo>
                <a:lnTo>
                  <a:pt x="0" y="67194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10" name="Freeform 10"/>
          <p:cNvSpPr/>
          <p:nvPr/>
        </p:nvSpPr>
        <p:spPr>
          <a:xfrm rot="5400000">
            <a:off x="682903" y="4083328"/>
            <a:ext cx="306825" cy="899120"/>
          </a:xfrm>
          <a:custGeom>
            <a:avLst/>
            <a:gdLst/>
            <a:ahLst/>
            <a:cxnLst/>
            <a:rect l="l" t="t" r="r" b="b"/>
            <a:pathLst>
              <a:path w="306825" h="899120">
                <a:moveTo>
                  <a:pt x="0" y="0"/>
                </a:moveTo>
                <a:lnTo>
                  <a:pt x="306824" y="0"/>
                </a:lnTo>
                <a:lnTo>
                  <a:pt x="306824" y="899120"/>
                </a:lnTo>
                <a:lnTo>
                  <a:pt x="0" y="899120"/>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7">
              <a:extLst>
                <a:ext uri="{96DAC541-7B7A-43D3-8B79-37D633B846F1}">
                  <asvg:svgBlip xmlns:asvg="http://schemas.microsoft.com/office/drawing/2016/SVG/main" r:embed="rId18"/>
                </a:ext>
              </a:extLst>
            </a:blip>
            <a:stretch>
              <a:fillRect t="-7346" r="-3931"/>
            </a:stretch>
          </a:blipFill>
        </p:spPr>
      </p:sp>
      <p:sp>
        <p:nvSpPr>
          <p:cNvPr id="12" name="Freeform 12"/>
          <p:cNvSpPr/>
          <p:nvPr/>
        </p:nvSpPr>
        <p:spPr>
          <a:xfrm>
            <a:off x="8934188" y="4656761"/>
            <a:ext cx="775704" cy="790526"/>
          </a:xfrm>
          <a:custGeom>
            <a:avLst/>
            <a:gdLst/>
            <a:ahLst/>
            <a:cxnLst/>
            <a:rect l="l" t="t" r="r" b="b"/>
            <a:pathLst>
              <a:path w="775704" h="790526">
                <a:moveTo>
                  <a:pt x="0" y="0"/>
                </a:moveTo>
                <a:lnTo>
                  <a:pt x="775704" y="0"/>
                </a:lnTo>
                <a:lnTo>
                  <a:pt x="775704" y="790527"/>
                </a:lnTo>
                <a:lnTo>
                  <a:pt x="0" y="79052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3" name="Freeform 13"/>
          <p:cNvSpPr/>
          <p:nvPr/>
        </p:nvSpPr>
        <p:spPr>
          <a:xfrm>
            <a:off x="8934188" y="6067289"/>
            <a:ext cx="775704" cy="790526"/>
          </a:xfrm>
          <a:custGeom>
            <a:avLst/>
            <a:gdLst/>
            <a:ahLst/>
            <a:cxnLst/>
            <a:rect l="l" t="t" r="r" b="b"/>
            <a:pathLst>
              <a:path w="775704" h="790526">
                <a:moveTo>
                  <a:pt x="0" y="0"/>
                </a:moveTo>
                <a:lnTo>
                  <a:pt x="775704" y="0"/>
                </a:lnTo>
                <a:lnTo>
                  <a:pt x="775704" y="790526"/>
                </a:lnTo>
                <a:lnTo>
                  <a:pt x="0" y="79052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4" name="Freeform 14"/>
          <p:cNvSpPr/>
          <p:nvPr/>
        </p:nvSpPr>
        <p:spPr>
          <a:xfrm>
            <a:off x="8934188" y="7539754"/>
            <a:ext cx="775704" cy="790526"/>
          </a:xfrm>
          <a:custGeom>
            <a:avLst/>
            <a:gdLst/>
            <a:ahLst/>
            <a:cxnLst/>
            <a:rect l="l" t="t" r="r" b="b"/>
            <a:pathLst>
              <a:path w="775704" h="790526">
                <a:moveTo>
                  <a:pt x="0" y="0"/>
                </a:moveTo>
                <a:lnTo>
                  <a:pt x="775704" y="0"/>
                </a:lnTo>
                <a:lnTo>
                  <a:pt x="775704" y="790526"/>
                </a:lnTo>
                <a:lnTo>
                  <a:pt x="0" y="79052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15" name="Group 15"/>
          <p:cNvGrpSpPr/>
          <p:nvPr/>
        </p:nvGrpSpPr>
        <p:grpSpPr>
          <a:xfrm rot="0">
            <a:off x="1853659" y="1619157"/>
            <a:ext cx="14580681" cy="2474259"/>
            <a:chOff x="0" y="0"/>
            <a:chExt cx="19440908" cy="3299012"/>
          </a:xfrm>
        </p:grpSpPr>
        <p:sp>
          <p:nvSpPr>
            <p:cNvPr id="16" name="Freeform 16"/>
            <p:cNvSpPr/>
            <p:nvPr/>
          </p:nvSpPr>
          <p:spPr>
            <a:xfrm>
              <a:off x="0" y="0"/>
              <a:ext cx="10528571" cy="3299012"/>
            </a:xfrm>
            <a:custGeom>
              <a:avLst/>
              <a:gdLst/>
              <a:ahLst/>
              <a:cxnLst/>
              <a:rect l="l" t="t" r="r" b="b"/>
              <a:pathLst>
                <a:path w="10528571" h="3299012">
                  <a:moveTo>
                    <a:pt x="0" y="0"/>
                  </a:moveTo>
                  <a:lnTo>
                    <a:pt x="10528571" y="0"/>
                  </a:lnTo>
                  <a:lnTo>
                    <a:pt x="10528571" y="3299012"/>
                  </a:lnTo>
                  <a:lnTo>
                    <a:pt x="0" y="3299012"/>
                  </a:lnTo>
                  <a:lnTo>
                    <a:pt x="0" y="0"/>
                  </a:lnTo>
                  <a:close/>
                </a:path>
              </a:pathLst>
            </a:custGeom>
            <a:blipFill>
              <a:blip r:embed="rId21">
                <a:extLst>
                  <a:ext uri="{96DAC541-7B7A-43D3-8B79-37D633B846F1}">
                    <asvg:svgBlip xmlns:asvg="http://schemas.microsoft.com/office/drawing/2016/SVG/main" r:embed="rId22"/>
                  </a:ext>
                </a:extLst>
              </a:blip>
              <a:stretch>
                <a:fillRect l="-7411" r="-13626" b="-43891"/>
              </a:stretch>
            </a:blipFill>
          </p:spPr>
        </p:sp>
        <p:sp>
          <p:nvSpPr>
            <p:cNvPr id="17" name="Freeform 17"/>
            <p:cNvSpPr/>
            <p:nvPr/>
          </p:nvSpPr>
          <p:spPr>
            <a:xfrm>
              <a:off x="10303310" y="0"/>
              <a:ext cx="9137599" cy="3299012"/>
            </a:xfrm>
            <a:custGeom>
              <a:avLst/>
              <a:gdLst/>
              <a:ahLst/>
              <a:cxnLst/>
              <a:rect l="l" t="t" r="r" b="b"/>
              <a:pathLst>
                <a:path w="9137599" h="3299012">
                  <a:moveTo>
                    <a:pt x="0" y="0"/>
                  </a:moveTo>
                  <a:lnTo>
                    <a:pt x="9137598" y="0"/>
                  </a:lnTo>
                  <a:lnTo>
                    <a:pt x="9137598" y="3299012"/>
                  </a:lnTo>
                  <a:lnTo>
                    <a:pt x="0" y="3299012"/>
                  </a:lnTo>
                  <a:lnTo>
                    <a:pt x="0" y="0"/>
                  </a:lnTo>
                  <a:close/>
                </a:path>
              </a:pathLst>
            </a:custGeom>
            <a:blipFill>
              <a:blip r:embed="rId21">
                <a:extLst>
                  <a:ext uri="{96DAC541-7B7A-43D3-8B79-37D633B846F1}">
                    <asvg:svgBlip xmlns:asvg="http://schemas.microsoft.com/office/drawing/2016/SVG/main" r:embed="rId22"/>
                  </a:ext>
                </a:extLst>
              </a:blip>
              <a:stretch>
                <a:fillRect l="-31420" r="-8043" b="-43891"/>
              </a:stretch>
            </a:blipFill>
          </p:spPr>
        </p:sp>
      </p:grpSp>
      <p:sp>
        <p:nvSpPr>
          <p:cNvPr id="18" name="Freeform 18"/>
          <p:cNvSpPr/>
          <p:nvPr/>
        </p:nvSpPr>
        <p:spPr>
          <a:xfrm rot="-2700000">
            <a:off x="1859668" y="3317130"/>
            <a:ext cx="358922" cy="1095945"/>
          </a:xfrm>
          <a:custGeom>
            <a:avLst/>
            <a:gdLst/>
            <a:ahLst/>
            <a:cxnLst/>
            <a:rect l="l" t="t" r="r" b="b"/>
            <a:pathLst>
              <a:path w="358922" h="1095945">
                <a:moveTo>
                  <a:pt x="0" y="0"/>
                </a:moveTo>
                <a:lnTo>
                  <a:pt x="358922" y="0"/>
                </a:lnTo>
                <a:lnTo>
                  <a:pt x="358922" y="1095945"/>
                </a:lnTo>
                <a:lnTo>
                  <a:pt x="0" y="1095945"/>
                </a:lnTo>
                <a:lnTo>
                  <a:pt x="0" y="0"/>
                </a:lnTo>
                <a:close/>
              </a:path>
            </a:pathLst>
          </a:custGeom>
          <a:blipFill>
            <a:blip r:embed="rId23">
              <a:alphaModFix amt="55000"/>
              <a:extLst>
                <a:ext uri="{96DAC541-7B7A-43D3-8B79-37D633B846F1}">
                  <asvg:svgBlip xmlns:asvg="http://schemas.microsoft.com/office/drawing/2016/SVG/main" r:embed="rId24"/>
                </a:ext>
              </a:extLst>
            </a:blip>
            <a:stretch>
              <a:fillRect/>
            </a:stretch>
          </a:blipFill>
          <a:ln cap="sq">
            <a:noFill/>
            <a:prstDash val="solid"/>
            <a:miter/>
          </a:ln>
        </p:spPr>
      </p:sp>
      <p:grpSp>
        <p:nvGrpSpPr>
          <p:cNvPr id="19" name="Group 19"/>
          <p:cNvGrpSpPr/>
          <p:nvPr/>
        </p:nvGrpSpPr>
        <p:grpSpPr>
          <a:xfrm rot="0">
            <a:off x="6925403" y="2159550"/>
            <a:ext cx="4461480" cy="1740729"/>
            <a:chOff x="0" y="0"/>
            <a:chExt cx="691200" cy="269684"/>
          </a:xfrm>
        </p:grpSpPr>
        <p:sp>
          <p:nvSpPr>
            <p:cNvPr id="20" name="Freeform 20"/>
            <p:cNvSpPr/>
            <p:nvPr/>
          </p:nvSpPr>
          <p:spPr>
            <a:xfrm>
              <a:off x="0" y="0"/>
              <a:ext cx="691200" cy="269684"/>
            </a:xfrm>
            <a:custGeom>
              <a:avLst/>
              <a:gdLst/>
              <a:ahLst/>
              <a:cxnLst/>
              <a:rect l="l" t="t" r="r" b="b"/>
              <a:pathLst>
                <a:path w="691200" h="269684">
                  <a:moveTo>
                    <a:pt x="0" y="0"/>
                  </a:moveTo>
                  <a:lnTo>
                    <a:pt x="691200" y="0"/>
                  </a:lnTo>
                  <a:lnTo>
                    <a:pt x="691200" y="269684"/>
                  </a:lnTo>
                  <a:lnTo>
                    <a:pt x="0" y="269684"/>
                  </a:lnTo>
                  <a:close/>
                </a:path>
              </a:pathLst>
            </a:custGeom>
            <a:blipFill>
              <a:blip r:embed="rId25"/>
              <a:stretch>
                <a:fillRect t="-70439"/>
              </a:stretch>
            </a:blipFill>
          </p:spPr>
        </p:sp>
      </p:grpSp>
      <p:sp>
        <p:nvSpPr>
          <p:cNvPr id="21" name="Freeform 21"/>
          <p:cNvSpPr/>
          <p:nvPr/>
        </p:nvSpPr>
        <p:spPr>
          <a:xfrm>
            <a:off x="3073700" y="1278791"/>
            <a:ext cx="2863832" cy="2824150"/>
          </a:xfrm>
          <a:custGeom>
            <a:avLst/>
            <a:gdLst/>
            <a:ahLst/>
            <a:cxnLst/>
            <a:rect l="l" t="t" r="r" b="b"/>
            <a:pathLst>
              <a:path w="2863832" h="2824150">
                <a:moveTo>
                  <a:pt x="0" y="0"/>
                </a:moveTo>
                <a:lnTo>
                  <a:pt x="2863832" y="0"/>
                </a:lnTo>
                <a:lnTo>
                  <a:pt x="2863832" y="2824150"/>
                </a:lnTo>
                <a:lnTo>
                  <a:pt x="0" y="2824150"/>
                </a:lnTo>
                <a:lnTo>
                  <a:pt x="0" y="0"/>
                </a:lnTo>
                <a:close/>
              </a:path>
            </a:pathLst>
          </a:custGeom>
          <a:blipFill>
            <a:blip r:embed="rId26">
              <a:extLst>
                <a:ext uri="{96DAC541-7B7A-43D3-8B79-37D633B846F1}">
                  <asvg:svgBlip xmlns:asvg="http://schemas.microsoft.com/office/drawing/2016/SVG/main" r:embed="rId27"/>
                </a:ext>
              </a:extLst>
            </a:blip>
            <a:stretch>
              <a:fillRect b="-47767"/>
            </a:stretch>
          </a:blipFill>
          <a:ln cap="sq">
            <a:noFill/>
            <a:prstDash val="solid"/>
            <a:miter/>
          </a:ln>
        </p:spPr>
      </p:sp>
      <p:sp>
        <p:nvSpPr>
          <p:cNvPr id="22" name="Freeform 22"/>
          <p:cNvSpPr/>
          <p:nvPr/>
        </p:nvSpPr>
        <p:spPr>
          <a:xfrm flipH="1">
            <a:off x="12374755" y="1278791"/>
            <a:ext cx="2839545" cy="2824150"/>
          </a:xfrm>
          <a:custGeom>
            <a:avLst/>
            <a:gdLst/>
            <a:ahLst/>
            <a:cxnLst/>
            <a:rect l="l" t="t" r="r" b="b"/>
            <a:pathLst>
              <a:path w="2839545" h="2824150">
                <a:moveTo>
                  <a:pt x="2839545" y="0"/>
                </a:moveTo>
                <a:lnTo>
                  <a:pt x="0" y="0"/>
                </a:lnTo>
                <a:lnTo>
                  <a:pt x="0" y="2824150"/>
                </a:lnTo>
                <a:lnTo>
                  <a:pt x="2839545" y="2824150"/>
                </a:lnTo>
                <a:lnTo>
                  <a:pt x="2839545" y="0"/>
                </a:lnTo>
                <a:close/>
              </a:path>
            </a:pathLst>
          </a:custGeom>
          <a:blipFill>
            <a:blip r:embed="rId28">
              <a:extLst>
                <a:ext uri="{96DAC541-7B7A-43D3-8B79-37D633B846F1}">
                  <asvg:svgBlip xmlns:asvg="http://schemas.microsoft.com/office/drawing/2016/SVG/main" r:embed="rId29"/>
                </a:ext>
              </a:extLst>
            </a:blip>
            <a:stretch>
              <a:fillRect b="-46781"/>
            </a:stretch>
          </a:blipFill>
          <a:ln cap="sq">
            <a:noFill/>
            <a:prstDash val="solid"/>
            <a:miter/>
          </a:ln>
        </p:spPr>
      </p:sp>
      <p:sp>
        <p:nvSpPr>
          <p:cNvPr id="23" name="TextBox 23"/>
          <p:cNvSpPr txBox="1"/>
          <p:nvPr/>
        </p:nvSpPr>
        <p:spPr>
          <a:xfrm>
            <a:off x="9941295" y="4523363"/>
            <a:ext cx="6776440" cy="923925"/>
          </a:xfrm>
          <a:prstGeom prst="rect">
            <a:avLst/>
          </a:prstGeom>
        </p:spPr>
        <p:txBody>
          <a:bodyPr lIns="0" tIns="0" rIns="0" bIns="0" rtlCol="0" anchor="t">
            <a:spAutoFit/>
          </a:bodyPr>
          <a:lstStyle/>
          <a:p>
            <a:pPr algn="l">
              <a:lnSpc>
                <a:spcPts val="3600"/>
              </a:lnSpc>
            </a:pPr>
            <a:r>
              <a:rPr lang="en-US" sz="3000">
                <a:solidFill>
                  <a:srgbClr val="424242"/>
                </a:solidFill>
                <a:latin typeface="Glacial Indifference"/>
                <a:ea typeface="Glacial Indifference"/>
                <a:cs typeface="Glacial Indifference"/>
                <a:sym typeface="Glacial Indifference"/>
              </a:rPr>
              <a:t>Menjelaskan peraturan dasar permainan bola voli.</a:t>
            </a:r>
            <a:endParaRPr lang="en-US" sz="3000">
              <a:solidFill>
                <a:srgbClr val="424242"/>
              </a:solidFill>
              <a:latin typeface="Glacial Indifference"/>
              <a:ea typeface="Glacial Indifference"/>
              <a:cs typeface="Glacial Indifference"/>
              <a:sym typeface="Glacial Indifference"/>
            </a:endParaRPr>
          </a:p>
        </p:txBody>
      </p:sp>
      <p:sp>
        <p:nvSpPr>
          <p:cNvPr id="24" name="TextBox 24"/>
          <p:cNvSpPr txBox="1"/>
          <p:nvPr/>
        </p:nvSpPr>
        <p:spPr>
          <a:xfrm>
            <a:off x="9941295" y="5995827"/>
            <a:ext cx="6776440" cy="923925"/>
          </a:xfrm>
          <a:prstGeom prst="rect">
            <a:avLst/>
          </a:prstGeom>
        </p:spPr>
        <p:txBody>
          <a:bodyPr lIns="0" tIns="0" rIns="0" bIns="0" rtlCol="0" anchor="t">
            <a:spAutoFit/>
          </a:bodyPr>
          <a:lstStyle/>
          <a:p>
            <a:pPr marL="0" lvl="1" indent="0" algn="l">
              <a:lnSpc>
                <a:spcPts val="3600"/>
              </a:lnSpc>
              <a:spcBef>
                <a:spcPct val="0"/>
              </a:spcBef>
            </a:pPr>
            <a:r>
              <a:rPr lang="en-US" sz="3000" u="none" strike="noStrike">
                <a:solidFill>
                  <a:srgbClr val="424242"/>
                </a:solidFill>
                <a:latin typeface="Glacial Indifference"/>
                <a:ea typeface="Glacial Indifference"/>
                <a:cs typeface="Glacial Indifference"/>
                <a:sym typeface="Glacial Indifference"/>
              </a:rPr>
              <a:t>Mempraktikkan teknik dasar servis, passing, dan smash.</a:t>
            </a:r>
            <a:endParaRPr lang="en-US" sz="3000" u="none" strike="noStrike">
              <a:solidFill>
                <a:srgbClr val="424242"/>
              </a:solidFill>
              <a:latin typeface="Glacial Indifference"/>
              <a:ea typeface="Glacial Indifference"/>
              <a:cs typeface="Glacial Indifference"/>
              <a:sym typeface="Glacial Indifference"/>
            </a:endParaRPr>
          </a:p>
        </p:txBody>
      </p:sp>
      <p:sp>
        <p:nvSpPr>
          <p:cNvPr id="25" name="TextBox 25"/>
          <p:cNvSpPr txBox="1"/>
          <p:nvPr/>
        </p:nvSpPr>
        <p:spPr>
          <a:xfrm>
            <a:off x="9941295" y="7468292"/>
            <a:ext cx="6776440" cy="923925"/>
          </a:xfrm>
          <a:prstGeom prst="rect">
            <a:avLst/>
          </a:prstGeom>
        </p:spPr>
        <p:txBody>
          <a:bodyPr lIns="0" tIns="0" rIns="0" bIns="0" rtlCol="0" anchor="t">
            <a:spAutoFit/>
          </a:bodyPr>
          <a:lstStyle/>
          <a:p>
            <a:pPr marL="0" lvl="1" indent="0" algn="l">
              <a:lnSpc>
                <a:spcPts val="3600"/>
              </a:lnSpc>
              <a:spcBef>
                <a:spcPct val="0"/>
              </a:spcBef>
            </a:pPr>
            <a:r>
              <a:rPr lang="en-US" sz="3000" u="none" strike="noStrike">
                <a:solidFill>
                  <a:srgbClr val="424242"/>
                </a:solidFill>
                <a:latin typeface="Glacial Indifference"/>
                <a:ea typeface="Glacial Indifference"/>
                <a:cs typeface="Glacial Indifference"/>
                <a:sym typeface="Glacial Indifference"/>
              </a:rPr>
              <a:t>Menunjukkan kerja sama tim saat bermain bola voli.</a:t>
            </a:r>
            <a:endParaRPr lang="en-US" sz="3000" u="none" strike="noStrike">
              <a:solidFill>
                <a:srgbClr val="424242"/>
              </a:solidFill>
              <a:latin typeface="Glacial Indifference"/>
              <a:ea typeface="Glacial Indifference"/>
              <a:cs typeface="Glacial Indifference"/>
              <a:sym typeface="Glacial Indifference"/>
            </a:endParaRPr>
          </a:p>
        </p:txBody>
      </p:sp>
      <p:sp>
        <p:nvSpPr>
          <p:cNvPr id="26" name="TextBox 26"/>
          <p:cNvSpPr txBox="1"/>
          <p:nvPr/>
        </p:nvSpPr>
        <p:spPr>
          <a:xfrm>
            <a:off x="2766779" y="5148054"/>
            <a:ext cx="4243192" cy="1290979"/>
          </a:xfrm>
          <a:prstGeom prst="rect">
            <a:avLst/>
          </a:prstGeom>
        </p:spPr>
        <p:txBody>
          <a:bodyPr lIns="0" tIns="0" rIns="0" bIns="0" rtlCol="0" anchor="t">
            <a:spAutoFit/>
          </a:bodyPr>
          <a:lstStyle/>
          <a:p>
            <a:pPr marL="0" lvl="0" indent="0" algn="ctr">
              <a:lnSpc>
                <a:spcPts val="10200"/>
              </a:lnSpc>
            </a:pPr>
            <a:r>
              <a:rPr lang="en-US" sz="7850" b="1">
                <a:solidFill>
                  <a:srgbClr val="424242"/>
                </a:solidFill>
                <a:latin typeface="Bobby Jones Soft"/>
                <a:ea typeface="Bobby Jones Soft"/>
                <a:cs typeface="Bobby Jones Soft"/>
                <a:sym typeface="Bobby Jones Soft"/>
              </a:rPr>
              <a:t>Tujuan</a:t>
            </a:r>
            <a:endParaRPr lang="en-US" sz="7850" b="1">
              <a:solidFill>
                <a:srgbClr val="424242"/>
              </a:solidFill>
              <a:latin typeface="Bobby Jones Soft"/>
              <a:ea typeface="Bobby Jones Soft"/>
              <a:cs typeface="Bobby Jones Soft"/>
              <a:sym typeface="Bobby Jones Soft"/>
            </a:endParaRPr>
          </a:p>
        </p:txBody>
      </p:sp>
      <p:sp>
        <p:nvSpPr>
          <p:cNvPr id="27" name="TextBox 27"/>
          <p:cNvSpPr txBox="1"/>
          <p:nvPr/>
        </p:nvSpPr>
        <p:spPr>
          <a:xfrm>
            <a:off x="9029065" y="4754245"/>
            <a:ext cx="721360" cy="540385"/>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01</a:t>
            </a:r>
            <a:endParaRPr lang="en-US" sz="3535">
              <a:solidFill>
                <a:srgbClr val="424242"/>
              </a:solidFill>
              <a:latin typeface="Bobby Jones Soft"/>
              <a:ea typeface="Bobby Jones Soft"/>
              <a:cs typeface="Bobby Jones Soft"/>
              <a:sym typeface="Bobby Jones Soft"/>
            </a:endParaRPr>
          </a:p>
        </p:txBody>
      </p:sp>
      <p:sp>
        <p:nvSpPr>
          <p:cNvPr id="28" name="TextBox 28"/>
          <p:cNvSpPr txBox="1"/>
          <p:nvPr/>
        </p:nvSpPr>
        <p:spPr>
          <a:xfrm>
            <a:off x="9029065" y="6195695"/>
            <a:ext cx="680720" cy="630555"/>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02</a:t>
            </a:r>
            <a:endParaRPr lang="en-US" sz="3535">
              <a:solidFill>
                <a:srgbClr val="424242"/>
              </a:solidFill>
              <a:latin typeface="Bobby Jones Soft"/>
              <a:ea typeface="Bobby Jones Soft"/>
              <a:cs typeface="Bobby Jones Soft"/>
              <a:sym typeface="Bobby Jones Soft"/>
            </a:endParaRPr>
          </a:p>
        </p:txBody>
      </p:sp>
      <p:sp>
        <p:nvSpPr>
          <p:cNvPr id="29" name="TextBox 29"/>
          <p:cNvSpPr txBox="1"/>
          <p:nvPr/>
        </p:nvSpPr>
        <p:spPr>
          <a:xfrm>
            <a:off x="9029065" y="7637145"/>
            <a:ext cx="680720" cy="622300"/>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03</a:t>
            </a:r>
            <a:endParaRPr lang="en-US" sz="3535">
              <a:solidFill>
                <a:srgbClr val="424242"/>
              </a:solidFill>
              <a:latin typeface="Bobby Jones Soft"/>
              <a:ea typeface="Bobby Jones Soft"/>
              <a:cs typeface="Bobby Jones Soft"/>
              <a:sym typeface="Bobby Jones Soft"/>
            </a:endParaRPr>
          </a:p>
        </p:txBody>
      </p:sp>
      <p:sp>
        <p:nvSpPr>
          <p:cNvPr id="30" name="TextBox 30"/>
          <p:cNvSpPr txBox="1"/>
          <p:nvPr/>
        </p:nvSpPr>
        <p:spPr>
          <a:xfrm>
            <a:off x="1631315" y="6390640"/>
            <a:ext cx="6928485" cy="1307465"/>
          </a:xfrm>
          <a:prstGeom prst="rect">
            <a:avLst/>
          </a:prstGeom>
        </p:spPr>
        <p:txBody>
          <a:bodyPr wrap="square" lIns="0" tIns="0" rIns="0" bIns="0" rtlCol="0" anchor="t">
            <a:spAutoFit/>
          </a:bodyPr>
          <a:lstStyle/>
          <a:p>
            <a:pPr marL="0" lvl="0" indent="0" algn="ctr">
              <a:lnSpc>
                <a:spcPts val="10200"/>
              </a:lnSpc>
            </a:pPr>
            <a:r>
              <a:rPr lang="en-US" sz="7850" b="1">
                <a:solidFill>
                  <a:srgbClr val="424242"/>
                </a:solidFill>
                <a:latin typeface="Bobby Jones Soft"/>
                <a:ea typeface="Bobby Jones Soft"/>
                <a:cs typeface="Bobby Jones Soft"/>
                <a:sym typeface="Bobby Jones Soft"/>
              </a:rPr>
              <a:t>Pembelajaran</a:t>
            </a:r>
            <a:endParaRPr lang="en-US" sz="7850" b="1">
              <a:solidFill>
                <a:srgbClr val="424242"/>
              </a:solidFill>
              <a:latin typeface="Bobby Jones Soft"/>
              <a:ea typeface="Bobby Jones Soft"/>
              <a:cs typeface="Bobby Jones Soft"/>
              <a:sym typeface="Bobby Jones Sof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7080144"/>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400000">
            <a:off x="-42679" y="3222495"/>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215111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rot="-5400000">
            <a:off x="17089725" y="4126344"/>
            <a:ext cx="327412" cy="992156"/>
          </a:xfrm>
          <a:custGeom>
            <a:avLst/>
            <a:gdLst/>
            <a:ahLst/>
            <a:cxnLst/>
            <a:rect l="l" t="t" r="r" b="b"/>
            <a:pathLst>
              <a:path w="327412" h="992156">
                <a:moveTo>
                  <a:pt x="0" y="0"/>
                </a:moveTo>
                <a:lnTo>
                  <a:pt x="327412" y="0"/>
                </a:lnTo>
                <a:lnTo>
                  <a:pt x="327412" y="992156"/>
                </a:lnTo>
                <a:lnTo>
                  <a:pt x="0" y="992156"/>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17347594" y="4847532"/>
            <a:ext cx="324020" cy="915956"/>
          </a:xfrm>
          <a:custGeom>
            <a:avLst/>
            <a:gdLst/>
            <a:ahLst/>
            <a:cxnLst/>
            <a:rect l="l" t="t" r="r" b="b"/>
            <a:pathLst>
              <a:path w="324020" h="915956">
                <a:moveTo>
                  <a:pt x="0" y="0"/>
                </a:moveTo>
                <a:lnTo>
                  <a:pt x="324019" y="0"/>
                </a:lnTo>
                <a:lnTo>
                  <a:pt x="324019" y="915956"/>
                </a:lnTo>
                <a:lnTo>
                  <a:pt x="0" y="91595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500370" y="1918903"/>
            <a:ext cx="4452333" cy="400710"/>
          </a:xfrm>
          <a:custGeom>
            <a:avLst/>
            <a:gdLst/>
            <a:ahLst/>
            <a:cxnLst/>
            <a:rect l="l" t="t" r="r" b="b"/>
            <a:pathLst>
              <a:path w="4452333" h="400710">
                <a:moveTo>
                  <a:pt x="0" y="0"/>
                </a:moveTo>
                <a:lnTo>
                  <a:pt x="4452333" y="0"/>
                </a:lnTo>
                <a:lnTo>
                  <a:pt x="4452333" y="400710"/>
                </a:lnTo>
                <a:lnTo>
                  <a:pt x="0" y="400710"/>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13585793" y="7788426"/>
            <a:ext cx="4539771" cy="425604"/>
          </a:xfrm>
          <a:custGeom>
            <a:avLst/>
            <a:gdLst/>
            <a:ahLst/>
            <a:cxnLst/>
            <a:rect l="l" t="t" r="r" b="b"/>
            <a:pathLst>
              <a:path w="4539771" h="425604">
                <a:moveTo>
                  <a:pt x="0" y="0"/>
                </a:moveTo>
                <a:lnTo>
                  <a:pt x="4539771" y="0"/>
                </a:lnTo>
                <a:lnTo>
                  <a:pt x="4539771" y="425603"/>
                </a:lnTo>
                <a:lnTo>
                  <a:pt x="0" y="425603"/>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7">
              <a:extLst>
                <a:ext uri="{96DAC541-7B7A-43D3-8B79-37D633B846F1}">
                  <asvg:svgBlip xmlns:asvg="http://schemas.microsoft.com/office/drawing/2016/SVG/main" r:embed="rId18"/>
                </a:ext>
              </a:extLst>
            </a:blip>
            <a:stretch>
              <a:fillRect t="-7346" r="-3931"/>
            </a:stretch>
          </a:blipFill>
        </p:spPr>
      </p:sp>
      <p:sp>
        <p:nvSpPr>
          <p:cNvPr id="11" name="Freeform 11"/>
          <p:cNvSpPr/>
          <p:nvPr/>
        </p:nvSpPr>
        <p:spPr>
          <a:xfrm>
            <a:off x="11032512" y="1603422"/>
            <a:ext cx="5106562" cy="7080156"/>
          </a:xfrm>
          <a:custGeom>
            <a:avLst/>
            <a:gdLst/>
            <a:ahLst/>
            <a:cxnLst/>
            <a:rect l="l" t="t" r="r" b="b"/>
            <a:pathLst>
              <a:path w="5106562" h="7080156">
                <a:moveTo>
                  <a:pt x="0" y="0"/>
                </a:moveTo>
                <a:lnTo>
                  <a:pt x="5106562" y="0"/>
                </a:lnTo>
                <a:lnTo>
                  <a:pt x="5106562" y="7080156"/>
                </a:lnTo>
                <a:lnTo>
                  <a:pt x="0" y="7080156"/>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rnd">
            <a:noFill/>
            <a:prstDash val="solid"/>
            <a:round/>
          </a:ln>
        </p:spPr>
      </p:sp>
      <p:sp>
        <p:nvSpPr>
          <p:cNvPr id="12" name="Freeform 12"/>
          <p:cNvSpPr/>
          <p:nvPr/>
        </p:nvSpPr>
        <p:spPr>
          <a:xfrm>
            <a:off x="11209776" y="1918903"/>
            <a:ext cx="4372922" cy="6764675"/>
          </a:xfrm>
          <a:custGeom>
            <a:avLst/>
            <a:gdLst/>
            <a:ahLst/>
            <a:cxnLst/>
            <a:rect l="l" t="t" r="r" b="b"/>
            <a:pathLst>
              <a:path w="4372922" h="6764675">
                <a:moveTo>
                  <a:pt x="0" y="0"/>
                </a:moveTo>
                <a:lnTo>
                  <a:pt x="4372922" y="0"/>
                </a:lnTo>
                <a:lnTo>
                  <a:pt x="4372922" y="6764675"/>
                </a:lnTo>
                <a:lnTo>
                  <a:pt x="0" y="6764675"/>
                </a:lnTo>
                <a:lnTo>
                  <a:pt x="0" y="0"/>
                </a:lnTo>
                <a:close/>
              </a:path>
            </a:pathLst>
          </a:custGeom>
          <a:blipFill>
            <a:blip r:embed="rId21">
              <a:extLst>
                <a:ext uri="{96DAC541-7B7A-43D3-8B79-37D633B846F1}">
                  <asvg:svgBlip xmlns:asvg="http://schemas.microsoft.com/office/drawing/2016/SVG/main" r:embed="rId22"/>
                </a:ext>
              </a:extLst>
            </a:blip>
            <a:stretch>
              <a:fillRect b="-3223"/>
            </a:stretch>
          </a:blipFill>
        </p:spPr>
      </p:sp>
      <p:sp>
        <p:nvSpPr>
          <p:cNvPr id="13" name="Freeform 13"/>
          <p:cNvSpPr/>
          <p:nvPr/>
        </p:nvSpPr>
        <p:spPr>
          <a:xfrm>
            <a:off x="10693559" y="2526617"/>
            <a:ext cx="1526334" cy="1526334"/>
          </a:xfrm>
          <a:custGeom>
            <a:avLst/>
            <a:gdLst/>
            <a:ahLst/>
            <a:cxnLst/>
            <a:rect l="l" t="t" r="r" b="b"/>
            <a:pathLst>
              <a:path w="1526334" h="1526334">
                <a:moveTo>
                  <a:pt x="0" y="0"/>
                </a:moveTo>
                <a:lnTo>
                  <a:pt x="1526334" y="0"/>
                </a:lnTo>
                <a:lnTo>
                  <a:pt x="1526334" y="1526334"/>
                </a:lnTo>
                <a:lnTo>
                  <a:pt x="0" y="1526334"/>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rot="3791770">
            <a:off x="4328681" y="6764247"/>
            <a:ext cx="694737" cy="5194293"/>
          </a:xfrm>
          <a:custGeom>
            <a:avLst/>
            <a:gdLst/>
            <a:ahLst/>
            <a:cxnLst/>
            <a:rect l="l" t="t" r="r" b="b"/>
            <a:pathLst>
              <a:path w="694737" h="5194293">
                <a:moveTo>
                  <a:pt x="0" y="0"/>
                </a:moveTo>
                <a:lnTo>
                  <a:pt x="694737" y="0"/>
                </a:lnTo>
                <a:lnTo>
                  <a:pt x="694737" y="5194294"/>
                </a:lnTo>
                <a:lnTo>
                  <a:pt x="0" y="5194294"/>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flipV="1">
            <a:off x="1903979" y="-484387"/>
            <a:ext cx="6982162" cy="968775"/>
          </a:xfrm>
          <a:custGeom>
            <a:avLst/>
            <a:gdLst/>
            <a:ahLst/>
            <a:cxnLst/>
            <a:rect l="l" t="t" r="r" b="b"/>
            <a:pathLst>
              <a:path w="6982162" h="968775">
                <a:moveTo>
                  <a:pt x="0" y="968774"/>
                </a:moveTo>
                <a:lnTo>
                  <a:pt x="6982162" y="968774"/>
                </a:lnTo>
                <a:lnTo>
                  <a:pt x="6982162" y="0"/>
                </a:lnTo>
                <a:lnTo>
                  <a:pt x="0" y="0"/>
                </a:lnTo>
                <a:lnTo>
                  <a:pt x="0" y="968774"/>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rot="-280155" flipH="1">
            <a:off x="6956716" y="2279589"/>
            <a:ext cx="3977454" cy="939673"/>
          </a:xfrm>
          <a:custGeom>
            <a:avLst/>
            <a:gdLst/>
            <a:ahLst/>
            <a:cxnLst/>
            <a:rect l="l" t="t" r="r" b="b"/>
            <a:pathLst>
              <a:path w="3977454" h="939673">
                <a:moveTo>
                  <a:pt x="3977454" y="0"/>
                </a:moveTo>
                <a:lnTo>
                  <a:pt x="0" y="0"/>
                </a:lnTo>
                <a:lnTo>
                  <a:pt x="0" y="939673"/>
                </a:lnTo>
                <a:lnTo>
                  <a:pt x="3977454" y="939673"/>
                </a:lnTo>
                <a:lnTo>
                  <a:pt x="3977454"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Freeform 17"/>
          <p:cNvSpPr/>
          <p:nvPr/>
        </p:nvSpPr>
        <p:spPr>
          <a:xfrm>
            <a:off x="10693559" y="6369308"/>
            <a:ext cx="572016" cy="1733380"/>
          </a:xfrm>
          <a:custGeom>
            <a:avLst/>
            <a:gdLst/>
            <a:ahLst/>
            <a:cxnLst/>
            <a:rect l="l" t="t" r="r" b="b"/>
            <a:pathLst>
              <a:path w="572016" h="1733380">
                <a:moveTo>
                  <a:pt x="0" y="0"/>
                </a:moveTo>
                <a:lnTo>
                  <a:pt x="572016" y="0"/>
                </a:lnTo>
                <a:lnTo>
                  <a:pt x="572016" y="1733380"/>
                </a:lnTo>
                <a:lnTo>
                  <a:pt x="0" y="1733380"/>
                </a:lnTo>
                <a:lnTo>
                  <a:pt x="0" y="0"/>
                </a:lnTo>
                <a:close/>
              </a:path>
            </a:pathLst>
          </a:custGeom>
          <a:blipFill>
            <a:blip r:embed="rId31">
              <a:alphaModFix amt="65000"/>
              <a:extLst>
                <a:ext uri="{96DAC541-7B7A-43D3-8B79-37D633B846F1}">
                  <asvg:svgBlip xmlns:asvg="http://schemas.microsoft.com/office/drawing/2016/SVG/main" r:embed="rId32"/>
                </a:ext>
              </a:extLst>
            </a:blip>
            <a:stretch>
              <a:fillRect/>
            </a:stretch>
          </a:blipFill>
          <a:ln cap="sq">
            <a:noFill/>
            <a:prstDash val="solid"/>
            <a:miter/>
          </a:ln>
        </p:spPr>
      </p:sp>
      <p:sp>
        <p:nvSpPr>
          <p:cNvPr id="18" name="Freeform 18"/>
          <p:cNvSpPr/>
          <p:nvPr/>
        </p:nvSpPr>
        <p:spPr>
          <a:xfrm>
            <a:off x="1028700" y="5852050"/>
            <a:ext cx="2958950" cy="3288270"/>
          </a:xfrm>
          <a:custGeom>
            <a:avLst/>
            <a:gdLst/>
            <a:ahLst/>
            <a:cxnLst/>
            <a:rect l="l" t="t" r="r" b="b"/>
            <a:pathLst>
              <a:path w="2958950" h="3288270">
                <a:moveTo>
                  <a:pt x="0" y="0"/>
                </a:moveTo>
                <a:lnTo>
                  <a:pt x="2958950" y="0"/>
                </a:lnTo>
                <a:lnTo>
                  <a:pt x="2958950" y="3288270"/>
                </a:lnTo>
                <a:lnTo>
                  <a:pt x="0" y="3288270"/>
                </a:lnTo>
                <a:lnTo>
                  <a:pt x="0" y="0"/>
                </a:lnTo>
                <a:close/>
              </a:path>
            </a:pathLst>
          </a:custGeom>
          <a:blipFill>
            <a:blip r:embed="rId33"/>
            <a:stretch>
              <a:fillRect r="-1683"/>
            </a:stretch>
          </a:blipFill>
        </p:spPr>
      </p:sp>
      <p:sp>
        <p:nvSpPr>
          <p:cNvPr id="19" name="TextBox 19"/>
          <p:cNvSpPr txBox="1"/>
          <p:nvPr/>
        </p:nvSpPr>
        <p:spPr>
          <a:xfrm>
            <a:off x="1128333" y="3394377"/>
            <a:ext cx="9935944" cy="2717165"/>
          </a:xfrm>
          <a:prstGeom prst="rect">
            <a:avLst/>
          </a:prstGeom>
        </p:spPr>
        <p:txBody>
          <a:bodyPr lIns="0" tIns="0" rIns="0" bIns="0" rtlCol="0" anchor="t">
            <a:spAutoFit/>
          </a:bodyPr>
          <a:lstStyle/>
          <a:p>
            <a:pPr marL="0" lvl="0" indent="0" algn="ctr">
              <a:lnSpc>
                <a:spcPts val="10595"/>
              </a:lnSpc>
              <a:spcBef>
                <a:spcPct val="0"/>
              </a:spcBef>
            </a:pPr>
            <a:r>
              <a:rPr lang="en-US" sz="6000" b="1">
                <a:solidFill>
                  <a:srgbClr val="424242"/>
                </a:solidFill>
                <a:latin typeface="Bobby Jones Soft"/>
                <a:ea typeface="Bobby Jones Soft"/>
                <a:cs typeface="Bobby Jones Soft"/>
                <a:sym typeface="Bobby Jones Soft"/>
              </a:rPr>
              <a:t>APA ITU PERMAINAN BOLA VOLI?</a:t>
            </a:r>
            <a:endParaRPr lang="en-US" sz="6000" b="1">
              <a:solidFill>
                <a:srgbClr val="424242"/>
              </a:solidFill>
              <a:latin typeface="Bobby Jones Soft"/>
              <a:ea typeface="Bobby Jones Soft"/>
              <a:cs typeface="Bobby Jones Soft"/>
              <a:sym typeface="Bobby Jones Sof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694654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a:ln cap="rnd">
            <a:noFill/>
            <a:prstDash val="solid"/>
            <a:round/>
          </a:ln>
        </p:spPr>
      </p:sp>
      <p:sp>
        <p:nvSpPr>
          <p:cNvPr id="4" name="Freeform 4"/>
          <p:cNvSpPr/>
          <p:nvPr/>
        </p:nvSpPr>
        <p:spPr>
          <a:xfrm rot="5400000">
            <a:off x="16187921" y="1947838"/>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4477897"/>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a:off x="227131" y="4832170"/>
            <a:ext cx="2442141" cy="457901"/>
          </a:xfrm>
          <a:custGeom>
            <a:avLst/>
            <a:gdLst/>
            <a:ahLst/>
            <a:cxnLst/>
            <a:rect l="l" t="t" r="r" b="b"/>
            <a:pathLst>
              <a:path w="2442141" h="457901">
                <a:moveTo>
                  <a:pt x="0" y="0"/>
                </a:moveTo>
                <a:lnTo>
                  <a:pt x="2442141" y="0"/>
                </a:lnTo>
                <a:lnTo>
                  <a:pt x="2442141" y="457902"/>
                </a:lnTo>
                <a:lnTo>
                  <a:pt x="0" y="45790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a:off x="428051" y="4163187"/>
            <a:ext cx="2040302" cy="392758"/>
          </a:xfrm>
          <a:custGeom>
            <a:avLst/>
            <a:gdLst/>
            <a:ahLst/>
            <a:cxnLst/>
            <a:rect l="l" t="t" r="r" b="b"/>
            <a:pathLst>
              <a:path w="2040302" h="392758">
                <a:moveTo>
                  <a:pt x="0" y="0"/>
                </a:moveTo>
                <a:lnTo>
                  <a:pt x="2040302" y="0"/>
                </a:lnTo>
                <a:lnTo>
                  <a:pt x="2040302" y="392758"/>
                </a:lnTo>
                <a:lnTo>
                  <a:pt x="0" y="392758"/>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428051" y="1785138"/>
            <a:ext cx="4219549" cy="395583"/>
          </a:xfrm>
          <a:custGeom>
            <a:avLst/>
            <a:gdLst/>
            <a:ahLst/>
            <a:cxnLst/>
            <a:rect l="l" t="t" r="r" b="b"/>
            <a:pathLst>
              <a:path w="4219549" h="395583">
                <a:moveTo>
                  <a:pt x="0" y="0"/>
                </a:moveTo>
                <a:lnTo>
                  <a:pt x="4219549" y="0"/>
                </a:lnTo>
                <a:lnTo>
                  <a:pt x="4219549" y="395583"/>
                </a:lnTo>
                <a:lnTo>
                  <a:pt x="0" y="395583"/>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rot="-5400000">
            <a:off x="17070446" y="7356021"/>
            <a:ext cx="365969" cy="1072436"/>
          </a:xfrm>
          <a:custGeom>
            <a:avLst/>
            <a:gdLst/>
            <a:ahLst/>
            <a:cxnLst/>
            <a:rect l="l" t="t" r="r" b="b"/>
            <a:pathLst>
              <a:path w="365969" h="1072436">
                <a:moveTo>
                  <a:pt x="0" y="0"/>
                </a:moveTo>
                <a:lnTo>
                  <a:pt x="365969" y="0"/>
                </a:lnTo>
                <a:lnTo>
                  <a:pt x="365969" y="1072436"/>
                </a:lnTo>
                <a:lnTo>
                  <a:pt x="0" y="1072436"/>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rot="-5400000">
            <a:off x="17077997" y="6668987"/>
            <a:ext cx="362606" cy="1062583"/>
          </a:xfrm>
          <a:custGeom>
            <a:avLst/>
            <a:gdLst/>
            <a:ahLst/>
            <a:cxnLst/>
            <a:rect l="l" t="t" r="r" b="b"/>
            <a:pathLst>
              <a:path w="362606" h="1062583">
                <a:moveTo>
                  <a:pt x="0" y="0"/>
                </a:moveTo>
                <a:lnTo>
                  <a:pt x="362606" y="0"/>
                </a:lnTo>
                <a:lnTo>
                  <a:pt x="362606" y="1062583"/>
                </a:lnTo>
                <a:lnTo>
                  <a:pt x="0" y="1062583"/>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grpSp>
        <p:nvGrpSpPr>
          <p:cNvPr id="12" name="Group 12"/>
          <p:cNvGrpSpPr/>
          <p:nvPr/>
        </p:nvGrpSpPr>
        <p:grpSpPr>
          <a:xfrm rot="0">
            <a:off x="1448202" y="5311745"/>
            <a:ext cx="15391596" cy="3414462"/>
            <a:chOff x="0" y="0"/>
            <a:chExt cx="20522129" cy="4552616"/>
          </a:xfrm>
        </p:grpSpPr>
        <p:sp>
          <p:nvSpPr>
            <p:cNvPr id="13" name="Freeform 13"/>
            <p:cNvSpPr/>
            <p:nvPr/>
          </p:nvSpPr>
          <p:spPr>
            <a:xfrm>
              <a:off x="0" y="0"/>
              <a:ext cx="12020108" cy="4552616"/>
            </a:xfrm>
            <a:custGeom>
              <a:avLst/>
              <a:gdLst/>
              <a:ahLst/>
              <a:cxnLst/>
              <a:rect l="l" t="t" r="r" b="b"/>
              <a:pathLst>
                <a:path w="12020108" h="4552616">
                  <a:moveTo>
                    <a:pt x="0" y="0"/>
                  </a:moveTo>
                  <a:lnTo>
                    <a:pt x="12020108" y="0"/>
                  </a:lnTo>
                  <a:lnTo>
                    <a:pt x="12020108" y="4552616"/>
                  </a:lnTo>
                  <a:lnTo>
                    <a:pt x="0" y="4552616"/>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sp>
        <p:sp>
          <p:nvSpPr>
            <p:cNvPr id="14" name="Freeform 14"/>
            <p:cNvSpPr/>
            <p:nvPr/>
          </p:nvSpPr>
          <p:spPr>
            <a:xfrm>
              <a:off x="8502021" y="0"/>
              <a:ext cx="12020108" cy="4552616"/>
            </a:xfrm>
            <a:custGeom>
              <a:avLst/>
              <a:gdLst/>
              <a:ahLst/>
              <a:cxnLst/>
              <a:rect l="l" t="t" r="r" b="b"/>
              <a:pathLst>
                <a:path w="12020108" h="4552616">
                  <a:moveTo>
                    <a:pt x="0" y="0"/>
                  </a:moveTo>
                  <a:lnTo>
                    <a:pt x="12020108" y="0"/>
                  </a:lnTo>
                  <a:lnTo>
                    <a:pt x="12020108" y="4552616"/>
                  </a:lnTo>
                  <a:lnTo>
                    <a:pt x="0" y="4552616"/>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sp>
      </p:grpSp>
      <p:grpSp>
        <p:nvGrpSpPr>
          <p:cNvPr id="15" name="Group 15"/>
          <p:cNvGrpSpPr/>
          <p:nvPr/>
        </p:nvGrpSpPr>
        <p:grpSpPr>
          <a:xfrm rot="0">
            <a:off x="1736982" y="5566305"/>
            <a:ext cx="4711977" cy="2508918"/>
            <a:chOff x="0" y="0"/>
            <a:chExt cx="730009" cy="388697"/>
          </a:xfrm>
        </p:grpSpPr>
        <p:sp>
          <p:nvSpPr>
            <p:cNvPr id="16" name="Freeform 16"/>
            <p:cNvSpPr/>
            <p:nvPr/>
          </p:nvSpPr>
          <p:spPr>
            <a:xfrm>
              <a:off x="0" y="0"/>
              <a:ext cx="730009" cy="388697"/>
            </a:xfrm>
            <a:custGeom>
              <a:avLst/>
              <a:gdLst/>
              <a:ahLst/>
              <a:cxnLst/>
              <a:rect l="l" t="t" r="r" b="b"/>
              <a:pathLst>
                <a:path w="730009" h="388697">
                  <a:moveTo>
                    <a:pt x="0" y="0"/>
                  </a:moveTo>
                  <a:lnTo>
                    <a:pt x="730009" y="0"/>
                  </a:lnTo>
                  <a:lnTo>
                    <a:pt x="730009" y="388697"/>
                  </a:lnTo>
                  <a:lnTo>
                    <a:pt x="0" y="388697"/>
                  </a:lnTo>
                  <a:close/>
                </a:path>
              </a:pathLst>
            </a:custGeom>
            <a:blipFill>
              <a:blip r:embed="rId23"/>
              <a:stretch>
                <a:fillRect t="-12563" b="-12563"/>
              </a:stretch>
            </a:blipFill>
          </p:spPr>
        </p:sp>
      </p:grpSp>
      <p:grpSp>
        <p:nvGrpSpPr>
          <p:cNvPr id="17" name="Group 17"/>
          <p:cNvGrpSpPr/>
          <p:nvPr/>
        </p:nvGrpSpPr>
        <p:grpSpPr>
          <a:xfrm rot="0">
            <a:off x="11839041" y="5566305"/>
            <a:ext cx="4711977" cy="2508918"/>
            <a:chOff x="0" y="0"/>
            <a:chExt cx="730009" cy="388697"/>
          </a:xfrm>
        </p:grpSpPr>
        <p:sp>
          <p:nvSpPr>
            <p:cNvPr id="18" name="Freeform 18"/>
            <p:cNvSpPr/>
            <p:nvPr/>
          </p:nvSpPr>
          <p:spPr>
            <a:xfrm>
              <a:off x="0" y="0"/>
              <a:ext cx="730009" cy="388697"/>
            </a:xfrm>
            <a:custGeom>
              <a:avLst/>
              <a:gdLst/>
              <a:ahLst/>
              <a:cxnLst/>
              <a:rect l="l" t="t" r="r" b="b"/>
              <a:pathLst>
                <a:path w="730009" h="388697">
                  <a:moveTo>
                    <a:pt x="0" y="0"/>
                  </a:moveTo>
                  <a:lnTo>
                    <a:pt x="730009" y="0"/>
                  </a:lnTo>
                  <a:lnTo>
                    <a:pt x="730009" y="388697"/>
                  </a:lnTo>
                  <a:lnTo>
                    <a:pt x="0" y="388697"/>
                  </a:lnTo>
                  <a:close/>
                </a:path>
              </a:pathLst>
            </a:custGeom>
            <a:blipFill>
              <a:blip r:embed="rId24"/>
              <a:stretch>
                <a:fillRect t="-12681" b="-12681"/>
              </a:stretch>
            </a:blipFill>
          </p:spPr>
        </p:sp>
      </p:grpSp>
      <p:grpSp>
        <p:nvGrpSpPr>
          <p:cNvPr id="19" name="Group 19"/>
          <p:cNvGrpSpPr/>
          <p:nvPr/>
        </p:nvGrpSpPr>
        <p:grpSpPr>
          <a:xfrm rot="0">
            <a:off x="6788011" y="5566305"/>
            <a:ext cx="4711977" cy="2508918"/>
            <a:chOff x="0" y="0"/>
            <a:chExt cx="730009" cy="388697"/>
          </a:xfrm>
        </p:grpSpPr>
        <p:sp>
          <p:nvSpPr>
            <p:cNvPr id="20" name="Freeform 20"/>
            <p:cNvSpPr/>
            <p:nvPr/>
          </p:nvSpPr>
          <p:spPr>
            <a:xfrm>
              <a:off x="0" y="0"/>
              <a:ext cx="730009" cy="388697"/>
            </a:xfrm>
            <a:custGeom>
              <a:avLst/>
              <a:gdLst/>
              <a:ahLst/>
              <a:cxnLst/>
              <a:rect l="l" t="t" r="r" b="b"/>
              <a:pathLst>
                <a:path w="730009" h="388697">
                  <a:moveTo>
                    <a:pt x="0" y="0"/>
                  </a:moveTo>
                  <a:lnTo>
                    <a:pt x="730009" y="0"/>
                  </a:lnTo>
                  <a:lnTo>
                    <a:pt x="730009" y="388697"/>
                  </a:lnTo>
                  <a:lnTo>
                    <a:pt x="0" y="388697"/>
                  </a:lnTo>
                  <a:close/>
                </a:path>
              </a:pathLst>
            </a:custGeom>
            <a:blipFill>
              <a:blip r:embed="rId25"/>
              <a:stretch>
                <a:fillRect t="-25362"/>
              </a:stretch>
            </a:blipFill>
          </p:spPr>
        </p:sp>
      </p:grpSp>
      <p:sp>
        <p:nvSpPr>
          <p:cNvPr id="21" name="TextBox 21"/>
          <p:cNvSpPr txBox="1"/>
          <p:nvPr/>
        </p:nvSpPr>
        <p:spPr>
          <a:xfrm>
            <a:off x="2346178" y="2991222"/>
            <a:ext cx="13595645" cy="1590675"/>
          </a:xfrm>
          <a:prstGeom prst="rect">
            <a:avLst/>
          </a:prstGeom>
        </p:spPr>
        <p:txBody>
          <a:bodyPr lIns="0" tIns="0" rIns="0" bIns="0" rtlCol="0" anchor="t">
            <a:spAutoFit/>
          </a:bodyPr>
          <a:lstStyle/>
          <a:p>
            <a:pPr algn="ctr">
              <a:lnSpc>
                <a:spcPts val="4200"/>
              </a:lnSpc>
            </a:pPr>
            <a:r>
              <a:rPr lang="en-US" sz="3000">
                <a:solidFill>
                  <a:srgbClr val="424242"/>
                </a:solidFill>
                <a:latin typeface="Glacial Indifference"/>
                <a:ea typeface="Glacial Indifference"/>
                <a:cs typeface="Glacial Indifference"/>
                <a:sym typeface="Glacial Indifference"/>
              </a:rPr>
              <a:t>Bol</a:t>
            </a:r>
            <a:r>
              <a:rPr lang="en-US" sz="3000">
                <a:solidFill>
                  <a:srgbClr val="424242"/>
                </a:solidFill>
                <a:latin typeface="Glacial Indifference"/>
                <a:ea typeface="Glacial Indifference"/>
                <a:cs typeface="Glacial Indifference"/>
                <a:sym typeface="Glacial Indifference"/>
              </a:rPr>
              <a:t>a voli adalah olahraga permainan bola besar yang dimainkan oleh dua tim dengan tujuan memantulkan bola melewati net agar jatuh di area lawan. Olahraga ini menekankan kecepatan, ketepatan, dan kerja sama antar pemain.</a:t>
            </a:r>
            <a:endParaRPr lang="en-US" sz="3000">
              <a:solidFill>
                <a:srgbClr val="424242"/>
              </a:solidFill>
              <a:latin typeface="Glacial Indifference"/>
              <a:ea typeface="Glacial Indifference"/>
              <a:cs typeface="Glacial Indifference"/>
              <a:sym typeface="Glacial Indifference"/>
            </a:endParaRPr>
          </a:p>
        </p:txBody>
      </p:sp>
      <p:sp>
        <p:nvSpPr>
          <p:cNvPr id="22" name="TextBox 22"/>
          <p:cNvSpPr txBox="1"/>
          <p:nvPr/>
        </p:nvSpPr>
        <p:spPr>
          <a:xfrm>
            <a:off x="3531862" y="1385088"/>
            <a:ext cx="11224276" cy="1290979"/>
          </a:xfrm>
          <a:prstGeom prst="rect">
            <a:avLst/>
          </a:prstGeom>
        </p:spPr>
        <p:txBody>
          <a:bodyPr lIns="0" tIns="0" rIns="0" bIns="0" rtlCol="0" anchor="t">
            <a:spAutoFit/>
          </a:bodyPr>
          <a:lstStyle/>
          <a:p>
            <a:pPr marL="0" lvl="0" indent="0" algn="ctr">
              <a:lnSpc>
                <a:spcPts val="10200"/>
              </a:lnSpc>
              <a:spcBef>
                <a:spcPct val="0"/>
              </a:spcBef>
            </a:pPr>
            <a:r>
              <a:rPr lang="en-US" sz="7850" b="1">
                <a:solidFill>
                  <a:srgbClr val="424242"/>
                </a:solidFill>
                <a:latin typeface="Bobby Jones Soft"/>
                <a:ea typeface="Bobby Jones Soft"/>
                <a:cs typeface="Bobby Jones Soft"/>
                <a:sym typeface="Bobby Jones Soft"/>
              </a:rPr>
              <a:t>Penge</a:t>
            </a:r>
            <a:r>
              <a:rPr lang="en-US" sz="7850" b="1" u="none" strike="noStrike">
                <a:solidFill>
                  <a:srgbClr val="424242"/>
                </a:solidFill>
                <a:latin typeface="Bobby Jones Soft"/>
                <a:ea typeface="Bobby Jones Soft"/>
                <a:cs typeface="Bobby Jones Soft"/>
                <a:sym typeface="Bobby Jones Soft"/>
              </a:rPr>
              <a:t>rtian Bola Voli</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1936612"/>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a:ln cap="rnd">
            <a:noFill/>
            <a:prstDash val="solid"/>
            <a:round/>
          </a:ln>
        </p:spPr>
      </p:sp>
      <p:sp>
        <p:nvSpPr>
          <p:cNvPr id="4" name="Freeform 4"/>
          <p:cNvSpPr/>
          <p:nvPr/>
        </p:nvSpPr>
        <p:spPr>
          <a:xfrm rot="5400000">
            <a:off x="16187921" y="6979945"/>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829636" y="7789736"/>
            <a:ext cx="398129" cy="1125452"/>
          </a:xfrm>
          <a:custGeom>
            <a:avLst/>
            <a:gdLst/>
            <a:ahLst/>
            <a:cxnLst/>
            <a:rect l="l" t="t" r="r" b="b"/>
            <a:pathLst>
              <a:path w="398129" h="1125452">
                <a:moveTo>
                  <a:pt x="0" y="0"/>
                </a:moveTo>
                <a:lnTo>
                  <a:pt x="398128" y="0"/>
                </a:lnTo>
                <a:lnTo>
                  <a:pt x="398128" y="1125452"/>
                </a:lnTo>
                <a:lnTo>
                  <a:pt x="0" y="112545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6" name="Freeform 6"/>
          <p:cNvSpPr/>
          <p:nvPr/>
        </p:nvSpPr>
        <p:spPr>
          <a:xfrm>
            <a:off x="320418" y="7412050"/>
            <a:ext cx="3294853" cy="292418"/>
          </a:xfrm>
          <a:custGeom>
            <a:avLst/>
            <a:gdLst/>
            <a:ahLst/>
            <a:cxnLst/>
            <a:rect l="l" t="t" r="r" b="b"/>
            <a:pathLst>
              <a:path w="3294853" h="292418">
                <a:moveTo>
                  <a:pt x="0" y="0"/>
                </a:moveTo>
                <a:lnTo>
                  <a:pt x="3294853" y="0"/>
                </a:lnTo>
                <a:lnTo>
                  <a:pt x="3294853" y="292419"/>
                </a:lnTo>
                <a:lnTo>
                  <a:pt x="0" y="292419"/>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829636" y="3900171"/>
            <a:ext cx="398129" cy="1125452"/>
          </a:xfrm>
          <a:custGeom>
            <a:avLst/>
            <a:gdLst/>
            <a:ahLst/>
            <a:cxnLst/>
            <a:rect l="l" t="t" r="r" b="b"/>
            <a:pathLst>
              <a:path w="398129" h="1125452">
                <a:moveTo>
                  <a:pt x="0" y="0"/>
                </a:moveTo>
                <a:lnTo>
                  <a:pt x="398128" y="0"/>
                </a:lnTo>
                <a:lnTo>
                  <a:pt x="398128" y="1125451"/>
                </a:lnTo>
                <a:lnTo>
                  <a:pt x="0" y="112545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rot="5400000">
            <a:off x="17106701" y="1172672"/>
            <a:ext cx="427204" cy="1294557"/>
          </a:xfrm>
          <a:custGeom>
            <a:avLst/>
            <a:gdLst/>
            <a:ahLst/>
            <a:cxnLst/>
            <a:rect l="l" t="t" r="r" b="b"/>
            <a:pathLst>
              <a:path w="427204" h="1294557">
                <a:moveTo>
                  <a:pt x="0" y="0"/>
                </a:moveTo>
                <a:lnTo>
                  <a:pt x="427204" y="0"/>
                </a:lnTo>
                <a:lnTo>
                  <a:pt x="427204" y="1294556"/>
                </a:lnTo>
                <a:lnTo>
                  <a:pt x="0" y="129455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rot="5400000">
            <a:off x="17140297" y="1919413"/>
            <a:ext cx="360013" cy="1090949"/>
          </a:xfrm>
          <a:custGeom>
            <a:avLst/>
            <a:gdLst/>
            <a:ahLst/>
            <a:cxnLst/>
            <a:rect l="l" t="t" r="r" b="b"/>
            <a:pathLst>
              <a:path w="360013" h="1090949">
                <a:moveTo>
                  <a:pt x="0" y="0"/>
                </a:moveTo>
                <a:lnTo>
                  <a:pt x="360013" y="0"/>
                </a:lnTo>
                <a:lnTo>
                  <a:pt x="360013" y="1090948"/>
                </a:lnTo>
                <a:lnTo>
                  <a:pt x="0" y="1090948"/>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flipH="1">
            <a:off x="12985149" y="5143500"/>
            <a:ext cx="4982432" cy="448419"/>
          </a:xfrm>
          <a:custGeom>
            <a:avLst/>
            <a:gdLst/>
            <a:ahLst/>
            <a:cxnLst/>
            <a:rect l="l" t="t" r="r" b="b"/>
            <a:pathLst>
              <a:path w="4982432" h="448419">
                <a:moveTo>
                  <a:pt x="4982433" y="0"/>
                </a:moveTo>
                <a:lnTo>
                  <a:pt x="0" y="0"/>
                </a:lnTo>
                <a:lnTo>
                  <a:pt x="0" y="448419"/>
                </a:lnTo>
                <a:lnTo>
                  <a:pt x="4982433" y="448419"/>
                </a:lnTo>
                <a:lnTo>
                  <a:pt x="4982433"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sp>
        <p:nvSpPr>
          <p:cNvPr id="12" name="Freeform 12"/>
          <p:cNvSpPr/>
          <p:nvPr/>
        </p:nvSpPr>
        <p:spPr>
          <a:xfrm>
            <a:off x="2164118" y="1658872"/>
            <a:ext cx="4748616" cy="7100734"/>
          </a:xfrm>
          <a:custGeom>
            <a:avLst/>
            <a:gdLst/>
            <a:ahLst/>
            <a:cxnLst/>
            <a:rect l="l" t="t" r="r" b="b"/>
            <a:pathLst>
              <a:path w="4748616" h="7100734">
                <a:moveTo>
                  <a:pt x="0" y="0"/>
                </a:moveTo>
                <a:lnTo>
                  <a:pt x="4748616" y="0"/>
                </a:lnTo>
                <a:lnTo>
                  <a:pt x="4748616" y="7100734"/>
                </a:lnTo>
                <a:lnTo>
                  <a:pt x="0" y="710073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2936601" y="2319613"/>
            <a:ext cx="2446026" cy="6231913"/>
          </a:xfrm>
          <a:custGeom>
            <a:avLst/>
            <a:gdLst/>
            <a:ahLst/>
            <a:cxnLst/>
            <a:rect l="l" t="t" r="r" b="b"/>
            <a:pathLst>
              <a:path w="2446026" h="6231913">
                <a:moveTo>
                  <a:pt x="0" y="0"/>
                </a:moveTo>
                <a:lnTo>
                  <a:pt x="2446026" y="0"/>
                </a:lnTo>
                <a:lnTo>
                  <a:pt x="2446026" y="6231913"/>
                </a:lnTo>
                <a:lnTo>
                  <a:pt x="0" y="6231913"/>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a:off x="5519998" y="1494670"/>
            <a:ext cx="824943" cy="824943"/>
          </a:xfrm>
          <a:custGeom>
            <a:avLst/>
            <a:gdLst/>
            <a:ahLst/>
            <a:cxnLst/>
            <a:rect l="l" t="t" r="r" b="b"/>
            <a:pathLst>
              <a:path w="824943" h="824943">
                <a:moveTo>
                  <a:pt x="0" y="0"/>
                </a:moveTo>
                <a:lnTo>
                  <a:pt x="824943" y="0"/>
                </a:lnTo>
                <a:lnTo>
                  <a:pt x="824943" y="824943"/>
                </a:lnTo>
                <a:lnTo>
                  <a:pt x="0" y="824943"/>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TextBox 15"/>
          <p:cNvSpPr txBox="1"/>
          <p:nvPr/>
        </p:nvSpPr>
        <p:spPr>
          <a:xfrm>
            <a:off x="8212052" y="5166271"/>
            <a:ext cx="8088057" cy="2657475"/>
          </a:xfrm>
          <a:prstGeom prst="rect">
            <a:avLst/>
          </a:prstGeom>
        </p:spPr>
        <p:txBody>
          <a:bodyPr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Permainan bola voli diciptakan oleh William G. Morgan pada tahun 1895 di Amerika Serikat. Awalnya disebut "Mintonette" dan bertujuan sebagai olahraga dalam ruangan yang menggabungkan aspek tenis dan basket.</a:t>
            </a:r>
            <a:endParaRPr lang="en-US" sz="3000">
              <a:solidFill>
                <a:srgbClr val="424242"/>
              </a:solidFill>
              <a:latin typeface="Glacial Indifference"/>
              <a:ea typeface="Glacial Indifference"/>
              <a:cs typeface="Glacial Indifference"/>
              <a:sym typeface="Glacial Indifference"/>
            </a:endParaRPr>
          </a:p>
        </p:txBody>
      </p:sp>
      <p:sp>
        <p:nvSpPr>
          <p:cNvPr id="16" name="TextBox 16"/>
          <p:cNvSpPr txBox="1"/>
          <p:nvPr/>
        </p:nvSpPr>
        <p:spPr>
          <a:xfrm>
            <a:off x="7830820" y="2577465"/>
            <a:ext cx="8460740" cy="2052955"/>
          </a:xfrm>
          <a:prstGeom prst="rect">
            <a:avLst/>
          </a:prstGeom>
        </p:spPr>
        <p:txBody>
          <a:bodyPr wrap="square" lIns="0" tIns="0" rIns="0" bIns="0" rtlCol="0" anchor="t">
            <a:spAutoFit/>
          </a:bodyPr>
          <a:lstStyle/>
          <a:p>
            <a:pPr marL="0" lvl="0" indent="0" algn="ctr">
              <a:lnSpc>
                <a:spcPts val="8005"/>
              </a:lnSpc>
            </a:pPr>
            <a:r>
              <a:rPr lang="en-US" sz="7850" b="1">
                <a:solidFill>
                  <a:srgbClr val="424242"/>
                </a:solidFill>
                <a:latin typeface="Bobby Jones Soft"/>
                <a:ea typeface="Bobby Jones Soft"/>
                <a:cs typeface="Bobby Jones Soft"/>
                <a:sym typeface="Bobby Jones Soft"/>
              </a:rPr>
              <a:t>Sejarah Sing</a:t>
            </a:r>
            <a:r>
              <a:rPr lang="en-US" sz="7850" b="1" u="none" strike="noStrike">
                <a:solidFill>
                  <a:srgbClr val="424242"/>
                </a:solidFill>
                <a:latin typeface="Bobby Jones Soft"/>
                <a:ea typeface="Bobby Jones Soft"/>
                <a:cs typeface="Bobby Jones Soft"/>
                <a:sym typeface="Bobby Jones Soft"/>
              </a:rPr>
              <a:t>kat </a:t>
            </a:r>
            <a:r>
              <a:rPr lang="en-US" sz="7850" b="1" u="none" strike="noStrike">
                <a:solidFill>
                  <a:srgbClr val="424242"/>
                </a:solidFill>
                <a:latin typeface="Bobby Jones Soft"/>
                <a:ea typeface="Bobby Jones Soft"/>
                <a:cs typeface="Bobby Jones Soft"/>
                <a:sym typeface="Bobby Jones Soft"/>
              </a:rPr>
              <a:t>Bo</a:t>
            </a:r>
            <a:r>
              <a:rPr lang="en-US" sz="7850" b="1" u="none" strike="noStrike">
                <a:solidFill>
                  <a:srgbClr val="424242"/>
                </a:solidFill>
                <a:latin typeface="Bobby Jones Soft"/>
                <a:ea typeface="Bobby Jones Soft"/>
                <a:cs typeface="Bobby Jones Soft"/>
                <a:sym typeface="Bobby Jones Soft"/>
              </a:rPr>
              <a:t>la</a:t>
            </a:r>
            <a:r>
              <a:rPr lang="en-US" sz="7850" b="1" u="none" strike="noStrike">
                <a:solidFill>
                  <a:srgbClr val="424242"/>
                </a:solidFill>
                <a:latin typeface="Bobby Jones Soft"/>
                <a:ea typeface="Bobby Jones Soft"/>
                <a:cs typeface="Bobby Jones Soft"/>
                <a:sym typeface="Bobby Jones Soft"/>
              </a:rPr>
              <a:t> Vol</a:t>
            </a:r>
            <a:r>
              <a:rPr lang="en-US" sz="7850" b="1" u="none" strike="noStrike">
                <a:solidFill>
                  <a:srgbClr val="424242"/>
                </a:solidFill>
                <a:latin typeface="Bobby Jones Soft"/>
                <a:ea typeface="Bobby Jones Soft"/>
                <a:cs typeface="Bobby Jones Soft"/>
                <a:sym typeface="Bobby Jones Soft"/>
              </a:rPr>
              <a:t>i</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1953311"/>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a:off x="532621" y="7011228"/>
            <a:ext cx="1506508" cy="276821"/>
          </a:xfrm>
          <a:custGeom>
            <a:avLst/>
            <a:gdLst/>
            <a:ahLst/>
            <a:cxnLst/>
            <a:rect l="l" t="t" r="r" b="b"/>
            <a:pathLst>
              <a:path w="1506508" h="276821">
                <a:moveTo>
                  <a:pt x="0" y="0"/>
                </a:moveTo>
                <a:lnTo>
                  <a:pt x="1506508" y="0"/>
                </a:lnTo>
                <a:lnTo>
                  <a:pt x="1506508" y="276821"/>
                </a:lnTo>
                <a:lnTo>
                  <a:pt x="0" y="276821"/>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5" name="Freeform 5"/>
          <p:cNvSpPr/>
          <p:nvPr/>
        </p:nvSpPr>
        <p:spPr>
          <a:xfrm rot="5400000">
            <a:off x="682903" y="4083328"/>
            <a:ext cx="306825" cy="899120"/>
          </a:xfrm>
          <a:custGeom>
            <a:avLst/>
            <a:gdLst/>
            <a:ahLst/>
            <a:cxnLst/>
            <a:rect l="l" t="t" r="r" b="b"/>
            <a:pathLst>
              <a:path w="306825" h="899120">
                <a:moveTo>
                  <a:pt x="0" y="0"/>
                </a:moveTo>
                <a:lnTo>
                  <a:pt x="306824" y="0"/>
                </a:lnTo>
                <a:lnTo>
                  <a:pt x="306824" y="899120"/>
                </a:lnTo>
                <a:lnTo>
                  <a:pt x="0" y="899120"/>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6" name="Freeform 6"/>
          <p:cNvSpPr/>
          <p:nvPr/>
        </p:nvSpPr>
        <p:spPr>
          <a:xfrm rot="-126393">
            <a:off x="326805" y="7823690"/>
            <a:ext cx="2054953" cy="385304"/>
          </a:xfrm>
          <a:custGeom>
            <a:avLst/>
            <a:gdLst/>
            <a:ahLst/>
            <a:cxnLst/>
            <a:rect l="l" t="t" r="r" b="b"/>
            <a:pathLst>
              <a:path w="2054953" h="385304">
                <a:moveTo>
                  <a:pt x="0" y="0"/>
                </a:moveTo>
                <a:lnTo>
                  <a:pt x="2054953" y="0"/>
                </a:lnTo>
                <a:lnTo>
                  <a:pt x="2054953" y="385304"/>
                </a:lnTo>
                <a:lnTo>
                  <a:pt x="0" y="38530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5400000">
            <a:off x="16171122" y="7077771"/>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11">
              <a:extLst>
                <a:ext uri="{96DAC541-7B7A-43D3-8B79-37D633B846F1}">
                  <asvg:svgBlip xmlns:asvg="http://schemas.microsoft.com/office/drawing/2016/SVG/main" r:embed="rId12"/>
                </a:ext>
              </a:extLst>
            </a:blip>
            <a:stretch>
              <a:fillRect b="-58185"/>
            </a:stretch>
          </a:blipFill>
          <a:ln cap="rnd">
            <a:noFill/>
            <a:prstDash val="solid"/>
            <a:round/>
          </a:ln>
        </p:spPr>
      </p:sp>
      <p:sp>
        <p:nvSpPr>
          <p:cNvPr id="8" name="Freeform 8"/>
          <p:cNvSpPr/>
          <p:nvPr/>
        </p:nvSpPr>
        <p:spPr>
          <a:xfrm rot="5400000">
            <a:off x="16171122" y="4583088"/>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13">
              <a:extLst>
                <a:ext uri="{96DAC541-7B7A-43D3-8B79-37D633B846F1}">
                  <asvg:svgBlip xmlns:asvg="http://schemas.microsoft.com/office/drawing/2016/SVG/main" r:embed="rId14"/>
                </a:ext>
              </a:extLst>
            </a:blip>
            <a:stretch>
              <a:fillRect b="-58185"/>
            </a:stretch>
          </a:blipFill>
        </p:spPr>
      </p:sp>
      <p:sp>
        <p:nvSpPr>
          <p:cNvPr id="9" name="Freeform 9"/>
          <p:cNvSpPr/>
          <p:nvPr/>
        </p:nvSpPr>
        <p:spPr>
          <a:xfrm rot="5521723">
            <a:off x="17056307" y="1368356"/>
            <a:ext cx="372389" cy="1052689"/>
          </a:xfrm>
          <a:custGeom>
            <a:avLst/>
            <a:gdLst/>
            <a:ahLst/>
            <a:cxnLst/>
            <a:rect l="l" t="t" r="r" b="b"/>
            <a:pathLst>
              <a:path w="372389" h="1052689">
                <a:moveTo>
                  <a:pt x="0" y="0"/>
                </a:moveTo>
                <a:lnTo>
                  <a:pt x="372389" y="0"/>
                </a:lnTo>
                <a:lnTo>
                  <a:pt x="372389" y="1052688"/>
                </a:lnTo>
                <a:lnTo>
                  <a:pt x="0" y="105268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rot="5400000">
            <a:off x="17328263" y="2214749"/>
            <a:ext cx="221742" cy="671945"/>
          </a:xfrm>
          <a:custGeom>
            <a:avLst/>
            <a:gdLst/>
            <a:ahLst/>
            <a:cxnLst/>
            <a:rect l="l" t="t" r="r" b="b"/>
            <a:pathLst>
              <a:path w="221742" h="671945">
                <a:moveTo>
                  <a:pt x="0" y="0"/>
                </a:moveTo>
                <a:lnTo>
                  <a:pt x="221742" y="0"/>
                </a:lnTo>
                <a:lnTo>
                  <a:pt x="221742" y="671946"/>
                </a:lnTo>
                <a:lnTo>
                  <a:pt x="0" y="671946"/>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sp>
        <p:nvSpPr>
          <p:cNvPr id="12" name="Freeform 12"/>
          <p:cNvSpPr/>
          <p:nvPr/>
        </p:nvSpPr>
        <p:spPr>
          <a:xfrm rot="437350" flipH="1">
            <a:off x="10136062" y="4679754"/>
            <a:ext cx="4352546" cy="3563647"/>
          </a:xfrm>
          <a:custGeom>
            <a:avLst/>
            <a:gdLst/>
            <a:ahLst/>
            <a:cxnLst/>
            <a:rect l="l" t="t" r="r" b="b"/>
            <a:pathLst>
              <a:path w="4352546" h="3563647">
                <a:moveTo>
                  <a:pt x="4352546" y="0"/>
                </a:moveTo>
                <a:lnTo>
                  <a:pt x="0" y="0"/>
                </a:lnTo>
                <a:lnTo>
                  <a:pt x="0" y="3563647"/>
                </a:lnTo>
                <a:lnTo>
                  <a:pt x="4352546" y="3563647"/>
                </a:lnTo>
                <a:lnTo>
                  <a:pt x="4352546"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rot="-114107" flipV="1">
            <a:off x="12173955" y="1654579"/>
            <a:ext cx="4381857" cy="5823066"/>
          </a:xfrm>
          <a:custGeom>
            <a:avLst/>
            <a:gdLst/>
            <a:ahLst/>
            <a:cxnLst/>
            <a:rect l="l" t="t" r="r" b="b"/>
            <a:pathLst>
              <a:path w="4381857" h="5823066">
                <a:moveTo>
                  <a:pt x="0" y="5823065"/>
                </a:moveTo>
                <a:lnTo>
                  <a:pt x="4381857" y="5823065"/>
                </a:lnTo>
                <a:lnTo>
                  <a:pt x="4381857" y="0"/>
                </a:lnTo>
                <a:lnTo>
                  <a:pt x="0" y="0"/>
                </a:lnTo>
                <a:lnTo>
                  <a:pt x="0" y="5823065"/>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rot="-5400000">
            <a:off x="5118680" y="4840860"/>
            <a:ext cx="8050641" cy="605280"/>
          </a:xfrm>
          <a:custGeom>
            <a:avLst/>
            <a:gdLst/>
            <a:ahLst/>
            <a:cxnLst/>
            <a:rect l="l" t="t" r="r" b="b"/>
            <a:pathLst>
              <a:path w="8050641" h="605280">
                <a:moveTo>
                  <a:pt x="0" y="0"/>
                </a:moveTo>
                <a:lnTo>
                  <a:pt x="8050640" y="0"/>
                </a:lnTo>
                <a:lnTo>
                  <a:pt x="8050640" y="605280"/>
                </a:lnTo>
                <a:lnTo>
                  <a:pt x="0" y="605280"/>
                </a:lnTo>
                <a:lnTo>
                  <a:pt x="0" y="0"/>
                </a:lnTo>
                <a:close/>
              </a:path>
            </a:pathLst>
          </a:custGeom>
          <a:blipFill>
            <a:blip r:embed="rId25">
              <a:extLst>
                <a:ext uri="{96DAC541-7B7A-43D3-8B79-37D633B846F1}">
                  <asvg:svgBlip xmlns:asvg="http://schemas.microsoft.com/office/drawing/2016/SVG/main" r:embed="rId26"/>
                </a:ext>
              </a:extLst>
            </a:blip>
            <a:stretch>
              <a:fillRect b="-79559"/>
            </a:stretch>
          </a:blipFill>
        </p:spPr>
      </p:sp>
      <p:grpSp>
        <p:nvGrpSpPr>
          <p:cNvPr id="15" name="Group 15"/>
          <p:cNvGrpSpPr/>
          <p:nvPr/>
        </p:nvGrpSpPr>
        <p:grpSpPr>
          <a:xfrm rot="-113999">
            <a:off x="12484070" y="1994755"/>
            <a:ext cx="3743073" cy="4001718"/>
            <a:chOff x="0" y="0"/>
            <a:chExt cx="514014" cy="549532"/>
          </a:xfrm>
        </p:grpSpPr>
        <p:sp>
          <p:nvSpPr>
            <p:cNvPr id="16" name="Freeform 16"/>
            <p:cNvSpPr/>
            <p:nvPr/>
          </p:nvSpPr>
          <p:spPr>
            <a:xfrm>
              <a:off x="0" y="0"/>
              <a:ext cx="514014" cy="549532"/>
            </a:xfrm>
            <a:custGeom>
              <a:avLst/>
              <a:gdLst/>
              <a:ahLst/>
              <a:cxnLst/>
              <a:rect l="l" t="t" r="r" b="b"/>
              <a:pathLst>
                <a:path w="514014" h="549532">
                  <a:moveTo>
                    <a:pt x="0" y="0"/>
                  </a:moveTo>
                  <a:lnTo>
                    <a:pt x="514014" y="0"/>
                  </a:lnTo>
                  <a:lnTo>
                    <a:pt x="514014" y="549532"/>
                  </a:lnTo>
                  <a:lnTo>
                    <a:pt x="0" y="549532"/>
                  </a:lnTo>
                  <a:close/>
                </a:path>
              </a:pathLst>
            </a:custGeom>
            <a:blipFill>
              <a:blip r:embed="rId27"/>
              <a:stretch>
                <a:fillRect l="-21359" r="-21359"/>
              </a:stretch>
            </a:blipFill>
          </p:spPr>
        </p:sp>
      </p:grpSp>
      <p:sp>
        <p:nvSpPr>
          <p:cNvPr id="17" name="Freeform 17"/>
          <p:cNvSpPr/>
          <p:nvPr/>
        </p:nvSpPr>
        <p:spPr>
          <a:xfrm rot="-1720862">
            <a:off x="9956125" y="4514852"/>
            <a:ext cx="1424728" cy="463037"/>
          </a:xfrm>
          <a:custGeom>
            <a:avLst/>
            <a:gdLst/>
            <a:ahLst/>
            <a:cxnLst/>
            <a:rect l="l" t="t" r="r" b="b"/>
            <a:pathLst>
              <a:path w="1424728" h="463037">
                <a:moveTo>
                  <a:pt x="0" y="0"/>
                </a:moveTo>
                <a:lnTo>
                  <a:pt x="1424728" y="0"/>
                </a:lnTo>
                <a:lnTo>
                  <a:pt x="1424728" y="463036"/>
                </a:lnTo>
                <a:lnTo>
                  <a:pt x="0" y="463036"/>
                </a:lnTo>
                <a:lnTo>
                  <a:pt x="0" y="0"/>
                </a:lnTo>
                <a:close/>
              </a:path>
            </a:pathLst>
          </a:custGeom>
          <a:blipFill>
            <a:blip r:embed="rId28">
              <a:alphaModFix amt="60000"/>
              <a:extLst>
                <a:ext uri="{96DAC541-7B7A-43D3-8B79-37D633B846F1}">
                  <asvg:svgBlip xmlns:asvg="http://schemas.microsoft.com/office/drawing/2016/SVG/main" r:embed="rId29"/>
                </a:ext>
              </a:extLst>
            </a:blip>
            <a:stretch>
              <a:fillRect/>
            </a:stretch>
          </a:blipFill>
          <a:ln cap="sq">
            <a:noFill/>
            <a:prstDash val="solid"/>
            <a:miter/>
          </a:ln>
        </p:spPr>
      </p:sp>
      <p:sp>
        <p:nvSpPr>
          <p:cNvPr id="18" name="Freeform 18"/>
          <p:cNvSpPr/>
          <p:nvPr/>
        </p:nvSpPr>
        <p:spPr>
          <a:xfrm rot="-2337083">
            <a:off x="11740889" y="1748084"/>
            <a:ext cx="1142891" cy="371439"/>
          </a:xfrm>
          <a:custGeom>
            <a:avLst/>
            <a:gdLst/>
            <a:ahLst/>
            <a:cxnLst/>
            <a:rect l="l" t="t" r="r" b="b"/>
            <a:pathLst>
              <a:path w="1142891" h="371439">
                <a:moveTo>
                  <a:pt x="0" y="0"/>
                </a:moveTo>
                <a:lnTo>
                  <a:pt x="1142891" y="0"/>
                </a:lnTo>
                <a:lnTo>
                  <a:pt x="1142891" y="371440"/>
                </a:lnTo>
                <a:lnTo>
                  <a:pt x="0" y="371440"/>
                </a:lnTo>
                <a:lnTo>
                  <a:pt x="0" y="0"/>
                </a:lnTo>
                <a:close/>
              </a:path>
            </a:pathLst>
          </a:custGeom>
          <a:blipFill>
            <a:blip r:embed="rId30">
              <a:alphaModFix amt="60000"/>
              <a:extLst>
                <a:ext uri="{96DAC541-7B7A-43D3-8B79-37D633B846F1}">
                  <asvg:svgBlip xmlns:asvg="http://schemas.microsoft.com/office/drawing/2016/SVG/main" r:embed="rId31"/>
                </a:ext>
              </a:extLst>
            </a:blip>
            <a:stretch>
              <a:fillRect/>
            </a:stretch>
          </a:blipFill>
          <a:ln cap="sq">
            <a:noFill/>
            <a:prstDash val="solid"/>
            <a:miter/>
          </a:ln>
        </p:spPr>
      </p:sp>
      <p:sp>
        <p:nvSpPr>
          <p:cNvPr id="19" name="Freeform 19"/>
          <p:cNvSpPr/>
          <p:nvPr/>
        </p:nvSpPr>
        <p:spPr>
          <a:xfrm rot="-2700000">
            <a:off x="15711039" y="6971580"/>
            <a:ext cx="1162826" cy="356115"/>
          </a:xfrm>
          <a:custGeom>
            <a:avLst/>
            <a:gdLst/>
            <a:ahLst/>
            <a:cxnLst/>
            <a:rect l="l" t="t" r="r" b="b"/>
            <a:pathLst>
              <a:path w="1162826" h="356115">
                <a:moveTo>
                  <a:pt x="0" y="0"/>
                </a:moveTo>
                <a:lnTo>
                  <a:pt x="1162826" y="0"/>
                </a:lnTo>
                <a:lnTo>
                  <a:pt x="1162826" y="356116"/>
                </a:lnTo>
                <a:lnTo>
                  <a:pt x="0" y="356116"/>
                </a:lnTo>
                <a:lnTo>
                  <a:pt x="0" y="0"/>
                </a:lnTo>
                <a:close/>
              </a:path>
            </a:pathLst>
          </a:custGeom>
          <a:blipFill>
            <a:blip r:embed="rId32">
              <a:alphaModFix amt="60000"/>
              <a:extLst>
                <a:ext uri="{96DAC541-7B7A-43D3-8B79-37D633B846F1}">
                  <asvg:svgBlip xmlns:asvg="http://schemas.microsoft.com/office/drawing/2016/SVG/main" r:embed="rId33"/>
                </a:ext>
              </a:extLst>
            </a:blip>
            <a:stretch>
              <a:fillRect/>
            </a:stretch>
          </a:blipFill>
          <a:ln cap="sq">
            <a:noFill/>
            <a:prstDash val="solid"/>
            <a:miter/>
          </a:ln>
        </p:spPr>
      </p:sp>
      <p:sp>
        <p:nvSpPr>
          <p:cNvPr id="20" name="TextBox 20"/>
          <p:cNvSpPr txBox="1"/>
          <p:nvPr/>
        </p:nvSpPr>
        <p:spPr>
          <a:xfrm>
            <a:off x="1465580" y="4533900"/>
            <a:ext cx="6766560" cy="4308475"/>
          </a:xfrm>
          <a:prstGeom prst="rect">
            <a:avLst/>
          </a:prstGeom>
        </p:spPr>
        <p:txBody>
          <a:bodyPr wrap="square"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Lapangan bola voli berbentuk persegi panjang dengan ukuran 18 m x 9 m. Net dibentangkan di tengah lapangan dengan tinggi 2,43 m untuk putra dan 2,24 m untuk putri. Garis pembatas menentukan area sah jatuhnya bola.</a:t>
            </a:r>
            <a:endParaRPr lang="en-US" sz="3000">
              <a:solidFill>
                <a:srgbClr val="424242"/>
              </a:solidFill>
              <a:latin typeface="Glacial Indifference"/>
              <a:ea typeface="Glacial Indifference"/>
              <a:cs typeface="Glacial Indifference"/>
              <a:sym typeface="Glacial Indifference"/>
            </a:endParaRPr>
          </a:p>
        </p:txBody>
      </p:sp>
      <p:sp>
        <p:nvSpPr>
          <p:cNvPr id="21" name="TextBox 21"/>
          <p:cNvSpPr txBox="1"/>
          <p:nvPr/>
        </p:nvSpPr>
        <p:spPr>
          <a:xfrm>
            <a:off x="1770169" y="1399870"/>
            <a:ext cx="6291321" cy="2615565"/>
          </a:xfrm>
          <a:prstGeom prst="rect">
            <a:avLst/>
          </a:prstGeom>
        </p:spPr>
        <p:txBody>
          <a:bodyPr lIns="0" tIns="0" rIns="0" bIns="0" rtlCol="0" anchor="t">
            <a:spAutoFit/>
          </a:bodyPr>
          <a:lstStyle/>
          <a:p>
            <a:pPr marL="0" lvl="0" indent="0" algn="ctr">
              <a:lnSpc>
                <a:spcPts val="10200"/>
              </a:lnSpc>
              <a:spcBef>
                <a:spcPct val="0"/>
              </a:spcBef>
            </a:pPr>
            <a:r>
              <a:rPr lang="en-US" sz="7850" b="1">
                <a:solidFill>
                  <a:srgbClr val="424242"/>
                </a:solidFill>
                <a:latin typeface="Bobby Jones Soft"/>
                <a:ea typeface="Bobby Jones Soft"/>
                <a:cs typeface="Bobby Jones Soft"/>
                <a:sym typeface="Bobby Jones Soft"/>
              </a:rPr>
              <a:t>Lapa</a:t>
            </a:r>
            <a:r>
              <a:rPr lang="en-US" sz="7850" b="1" u="none" strike="noStrike">
                <a:solidFill>
                  <a:srgbClr val="424242"/>
                </a:solidFill>
                <a:latin typeface="Bobby Jones Soft"/>
                <a:ea typeface="Bobby Jones Soft"/>
                <a:cs typeface="Bobby Jones Soft"/>
                <a:sym typeface="Bobby Jones Soft"/>
              </a:rPr>
              <a:t>n</a:t>
            </a:r>
            <a:r>
              <a:rPr lang="en-US" sz="7850" b="1" u="none" strike="noStrike">
                <a:solidFill>
                  <a:srgbClr val="424242"/>
                </a:solidFill>
                <a:latin typeface="Bobby Jones Soft"/>
                <a:ea typeface="Bobby Jones Soft"/>
                <a:cs typeface="Bobby Jones Soft"/>
                <a:sym typeface="Bobby Jones Soft"/>
              </a:rPr>
              <a:t>gan </a:t>
            </a:r>
            <a:r>
              <a:rPr lang="en-US" sz="7850" b="1" u="none" strike="noStrike">
                <a:solidFill>
                  <a:srgbClr val="424242"/>
                </a:solidFill>
                <a:latin typeface="Bobby Jones Soft"/>
                <a:ea typeface="Bobby Jones Soft"/>
                <a:cs typeface="Bobby Jones Soft"/>
                <a:sym typeface="Bobby Jones Soft"/>
              </a:rPr>
              <a:t>Bol</a:t>
            </a:r>
            <a:r>
              <a:rPr lang="en-US" sz="7850" b="1" u="none" strike="noStrike">
                <a:solidFill>
                  <a:srgbClr val="424242"/>
                </a:solidFill>
                <a:latin typeface="Bobby Jones Soft"/>
                <a:ea typeface="Bobby Jones Soft"/>
                <a:cs typeface="Bobby Jones Soft"/>
                <a:sym typeface="Bobby Jones Soft"/>
              </a:rPr>
              <a:t>a Vol</a:t>
            </a:r>
            <a:r>
              <a:rPr lang="en-US" sz="7850" b="1" u="none" strike="noStrike">
                <a:solidFill>
                  <a:srgbClr val="424242"/>
                </a:solidFill>
                <a:latin typeface="Bobby Jones Soft"/>
                <a:ea typeface="Bobby Jones Soft"/>
                <a:cs typeface="Bobby Jones Soft"/>
                <a:sym typeface="Bobby Jones Soft"/>
              </a:rPr>
              <a:t>i</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7080144"/>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400000">
            <a:off x="-42679" y="3222495"/>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215111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rot="-5400000">
            <a:off x="17089725" y="4126344"/>
            <a:ext cx="327412" cy="992156"/>
          </a:xfrm>
          <a:custGeom>
            <a:avLst/>
            <a:gdLst/>
            <a:ahLst/>
            <a:cxnLst/>
            <a:rect l="l" t="t" r="r" b="b"/>
            <a:pathLst>
              <a:path w="327412" h="992156">
                <a:moveTo>
                  <a:pt x="0" y="0"/>
                </a:moveTo>
                <a:lnTo>
                  <a:pt x="327412" y="0"/>
                </a:lnTo>
                <a:lnTo>
                  <a:pt x="327412" y="992156"/>
                </a:lnTo>
                <a:lnTo>
                  <a:pt x="0" y="992156"/>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17347594" y="4847532"/>
            <a:ext cx="324020" cy="915956"/>
          </a:xfrm>
          <a:custGeom>
            <a:avLst/>
            <a:gdLst/>
            <a:ahLst/>
            <a:cxnLst/>
            <a:rect l="l" t="t" r="r" b="b"/>
            <a:pathLst>
              <a:path w="324020" h="915956">
                <a:moveTo>
                  <a:pt x="0" y="0"/>
                </a:moveTo>
                <a:lnTo>
                  <a:pt x="324019" y="0"/>
                </a:lnTo>
                <a:lnTo>
                  <a:pt x="324019" y="915956"/>
                </a:lnTo>
                <a:lnTo>
                  <a:pt x="0" y="91595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500370" y="1918903"/>
            <a:ext cx="4452333" cy="400710"/>
          </a:xfrm>
          <a:custGeom>
            <a:avLst/>
            <a:gdLst/>
            <a:ahLst/>
            <a:cxnLst/>
            <a:rect l="l" t="t" r="r" b="b"/>
            <a:pathLst>
              <a:path w="4452333" h="400710">
                <a:moveTo>
                  <a:pt x="0" y="0"/>
                </a:moveTo>
                <a:lnTo>
                  <a:pt x="4452333" y="0"/>
                </a:lnTo>
                <a:lnTo>
                  <a:pt x="4452333" y="400710"/>
                </a:lnTo>
                <a:lnTo>
                  <a:pt x="0" y="400710"/>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13585793" y="7788426"/>
            <a:ext cx="4539771" cy="425604"/>
          </a:xfrm>
          <a:custGeom>
            <a:avLst/>
            <a:gdLst/>
            <a:ahLst/>
            <a:cxnLst/>
            <a:rect l="l" t="t" r="r" b="b"/>
            <a:pathLst>
              <a:path w="4539771" h="425604">
                <a:moveTo>
                  <a:pt x="0" y="0"/>
                </a:moveTo>
                <a:lnTo>
                  <a:pt x="4539771" y="0"/>
                </a:lnTo>
                <a:lnTo>
                  <a:pt x="4539771" y="425603"/>
                </a:lnTo>
                <a:lnTo>
                  <a:pt x="0" y="425603"/>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7">
              <a:extLst>
                <a:ext uri="{96DAC541-7B7A-43D3-8B79-37D633B846F1}">
                  <asvg:svgBlip xmlns:asvg="http://schemas.microsoft.com/office/drawing/2016/SVG/main" r:embed="rId18"/>
                </a:ext>
              </a:extLst>
            </a:blip>
            <a:stretch>
              <a:fillRect t="-7346" r="-3931"/>
            </a:stretch>
          </a:blipFill>
        </p:spPr>
      </p:sp>
      <p:sp>
        <p:nvSpPr>
          <p:cNvPr id="11" name="Freeform 11"/>
          <p:cNvSpPr/>
          <p:nvPr/>
        </p:nvSpPr>
        <p:spPr>
          <a:xfrm rot="377693">
            <a:off x="1956555" y="4217061"/>
            <a:ext cx="3611891" cy="4398040"/>
          </a:xfrm>
          <a:custGeom>
            <a:avLst/>
            <a:gdLst/>
            <a:ahLst/>
            <a:cxnLst/>
            <a:rect l="l" t="t" r="r" b="b"/>
            <a:pathLst>
              <a:path w="3611891" h="4398040">
                <a:moveTo>
                  <a:pt x="0" y="0"/>
                </a:moveTo>
                <a:lnTo>
                  <a:pt x="3611890" y="0"/>
                </a:lnTo>
                <a:lnTo>
                  <a:pt x="3611890" y="4398040"/>
                </a:lnTo>
                <a:lnTo>
                  <a:pt x="0" y="4398040"/>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rot="95961">
            <a:off x="1812793" y="1605528"/>
            <a:ext cx="4895586" cy="3255565"/>
          </a:xfrm>
          <a:custGeom>
            <a:avLst/>
            <a:gdLst/>
            <a:ahLst/>
            <a:cxnLst/>
            <a:rect l="l" t="t" r="r" b="b"/>
            <a:pathLst>
              <a:path w="4895586" h="3255565">
                <a:moveTo>
                  <a:pt x="0" y="0"/>
                </a:moveTo>
                <a:lnTo>
                  <a:pt x="4895586" y="0"/>
                </a:lnTo>
                <a:lnTo>
                  <a:pt x="4895586" y="3255564"/>
                </a:lnTo>
                <a:lnTo>
                  <a:pt x="0" y="3255564"/>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rot="-376314" flipH="1">
            <a:off x="5396819" y="4032354"/>
            <a:ext cx="3713061" cy="3235005"/>
          </a:xfrm>
          <a:custGeom>
            <a:avLst/>
            <a:gdLst/>
            <a:ahLst/>
            <a:cxnLst/>
            <a:rect l="l" t="t" r="r" b="b"/>
            <a:pathLst>
              <a:path w="3713061" h="3235005">
                <a:moveTo>
                  <a:pt x="3713061" y="0"/>
                </a:moveTo>
                <a:lnTo>
                  <a:pt x="0" y="0"/>
                </a:lnTo>
                <a:lnTo>
                  <a:pt x="0" y="3235005"/>
                </a:lnTo>
                <a:lnTo>
                  <a:pt x="3713061" y="3235005"/>
                </a:lnTo>
                <a:lnTo>
                  <a:pt x="3713061"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rot="-378000">
            <a:off x="6018556" y="4787706"/>
            <a:ext cx="2463045" cy="1964278"/>
          </a:xfrm>
          <a:custGeom>
            <a:avLst/>
            <a:gdLst/>
            <a:ahLst/>
            <a:cxnLst/>
            <a:rect l="l" t="t" r="r" b="b"/>
            <a:pathLst>
              <a:path w="2463045" h="1964278">
                <a:moveTo>
                  <a:pt x="0" y="0"/>
                </a:moveTo>
                <a:lnTo>
                  <a:pt x="2463045" y="0"/>
                </a:lnTo>
                <a:lnTo>
                  <a:pt x="2463045" y="1964278"/>
                </a:lnTo>
                <a:lnTo>
                  <a:pt x="0" y="1964278"/>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a:off x="2513657" y="2340336"/>
            <a:ext cx="3404561" cy="1570354"/>
          </a:xfrm>
          <a:custGeom>
            <a:avLst/>
            <a:gdLst/>
            <a:ahLst/>
            <a:cxnLst/>
            <a:rect l="l" t="t" r="r" b="b"/>
            <a:pathLst>
              <a:path w="3404561" h="1570354">
                <a:moveTo>
                  <a:pt x="0" y="0"/>
                </a:moveTo>
                <a:lnTo>
                  <a:pt x="3404561" y="0"/>
                </a:lnTo>
                <a:lnTo>
                  <a:pt x="3404561" y="1570354"/>
                </a:lnTo>
                <a:lnTo>
                  <a:pt x="0" y="1570354"/>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a:off x="2786796" y="5755966"/>
            <a:ext cx="1792799" cy="1799547"/>
          </a:xfrm>
          <a:custGeom>
            <a:avLst/>
            <a:gdLst/>
            <a:ahLst/>
            <a:cxnLst/>
            <a:rect l="l" t="t" r="r" b="b"/>
            <a:pathLst>
              <a:path w="1792799" h="1799547">
                <a:moveTo>
                  <a:pt x="0" y="0"/>
                </a:moveTo>
                <a:lnTo>
                  <a:pt x="1792799" y="0"/>
                </a:lnTo>
                <a:lnTo>
                  <a:pt x="1792799" y="1799547"/>
                </a:lnTo>
                <a:lnTo>
                  <a:pt x="0" y="1799547"/>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17" name="TextBox 17"/>
          <p:cNvSpPr txBox="1"/>
          <p:nvPr/>
        </p:nvSpPr>
        <p:spPr>
          <a:xfrm>
            <a:off x="10483478" y="2689275"/>
            <a:ext cx="5639522" cy="2052955"/>
          </a:xfrm>
          <a:prstGeom prst="rect">
            <a:avLst/>
          </a:prstGeom>
        </p:spPr>
        <p:txBody>
          <a:bodyPr lIns="0" tIns="0" rIns="0" bIns="0" rtlCol="0" anchor="t">
            <a:spAutoFit/>
          </a:bodyPr>
          <a:lstStyle/>
          <a:p>
            <a:pPr marL="0" lvl="0" indent="0" algn="ctr">
              <a:lnSpc>
                <a:spcPts val="8005"/>
              </a:lnSpc>
            </a:pPr>
            <a:r>
              <a:rPr lang="en-US" sz="7850" b="1">
                <a:solidFill>
                  <a:srgbClr val="424242"/>
                </a:solidFill>
                <a:latin typeface="Bobby Jones Soft"/>
                <a:ea typeface="Bobby Jones Soft"/>
                <a:cs typeface="Bobby Jones Soft"/>
                <a:sym typeface="Bobby Jones Soft"/>
              </a:rPr>
              <a:t>Peral</a:t>
            </a:r>
            <a:r>
              <a:rPr lang="en-US" sz="7850" b="1" u="none" strike="noStrike">
                <a:solidFill>
                  <a:srgbClr val="424242"/>
                </a:solidFill>
                <a:latin typeface="Bobby Jones Soft"/>
                <a:ea typeface="Bobby Jones Soft"/>
                <a:cs typeface="Bobby Jones Soft"/>
                <a:sym typeface="Bobby Jones Soft"/>
              </a:rPr>
              <a:t>atan </a:t>
            </a:r>
            <a:r>
              <a:rPr lang="en-US" sz="7850" b="1" u="none" strike="noStrike">
                <a:solidFill>
                  <a:srgbClr val="424242"/>
                </a:solidFill>
                <a:latin typeface="Bobby Jones Soft"/>
                <a:ea typeface="Bobby Jones Soft"/>
                <a:cs typeface="Bobby Jones Soft"/>
                <a:sym typeface="Bobby Jones Soft"/>
              </a:rPr>
              <a:t>Bol</a:t>
            </a:r>
            <a:r>
              <a:rPr lang="en-US" sz="7850" b="1" u="none" strike="noStrike">
                <a:solidFill>
                  <a:srgbClr val="424242"/>
                </a:solidFill>
                <a:latin typeface="Bobby Jones Soft"/>
                <a:ea typeface="Bobby Jones Soft"/>
                <a:cs typeface="Bobby Jones Soft"/>
                <a:sym typeface="Bobby Jones Soft"/>
              </a:rPr>
              <a:t>a Vol</a:t>
            </a:r>
            <a:r>
              <a:rPr lang="en-US" sz="7850" b="1" u="none" strike="noStrike">
                <a:solidFill>
                  <a:srgbClr val="424242"/>
                </a:solidFill>
                <a:latin typeface="Bobby Jones Soft"/>
                <a:ea typeface="Bobby Jones Soft"/>
                <a:cs typeface="Bobby Jones Soft"/>
                <a:sym typeface="Bobby Jones Soft"/>
              </a:rPr>
              <a:t>i</a:t>
            </a:r>
            <a:endParaRPr lang="en-US" sz="7850" b="1" u="none" strike="noStrike">
              <a:solidFill>
                <a:srgbClr val="424242"/>
              </a:solidFill>
              <a:latin typeface="Bobby Jones Soft"/>
              <a:ea typeface="Bobby Jones Soft"/>
              <a:cs typeface="Bobby Jones Soft"/>
              <a:sym typeface="Bobby Jones Soft"/>
            </a:endParaRPr>
          </a:p>
        </p:txBody>
      </p:sp>
      <p:sp>
        <p:nvSpPr>
          <p:cNvPr id="18" name="TextBox 18"/>
          <p:cNvSpPr txBox="1"/>
          <p:nvPr/>
        </p:nvSpPr>
        <p:spPr>
          <a:xfrm>
            <a:off x="9923175" y="5111700"/>
            <a:ext cx="6760128" cy="2600325"/>
          </a:xfrm>
          <a:prstGeom prst="rect">
            <a:avLst/>
          </a:prstGeom>
        </p:spPr>
        <p:txBody>
          <a:bodyPr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Peralatan utama: bola voli, net, dan lapangan. Pemain juga dianjurkan menggunakan sepatu olahraga, kaos kaki, dan pelindung lutut untuk mengurangi cedera saat bermain.</a:t>
            </a:r>
            <a:endParaRPr lang="en-US" sz="3000">
              <a:solidFill>
                <a:srgbClr val="424242"/>
              </a:solidFill>
              <a:latin typeface="Glacial Indifference"/>
              <a:ea typeface="Glacial Indifference"/>
              <a:cs typeface="Glacial Indifference"/>
              <a:sym typeface="Glacial Indifferenc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694654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a:ln cap="rnd">
            <a:noFill/>
            <a:prstDash val="solid"/>
            <a:round/>
          </a:ln>
        </p:spPr>
      </p:sp>
      <p:sp>
        <p:nvSpPr>
          <p:cNvPr id="4" name="Freeform 4"/>
          <p:cNvSpPr/>
          <p:nvPr/>
        </p:nvSpPr>
        <p:spPr>
          <a:xfrm rot="5400000">
            <a:off x="16187921" y="1947838"/>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4477897"/>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a:off x="227131" y="4832170"/>
            <a:ext cx="2442141" cy="457901"/>
          </a:xfrm>
          <a:custGeom>
            <a:avLst/>
            <a:gdLst/>
            <a:ahLst/>
            <a:cxnLst/>
            <a:rect l="l" t="t" r="r" b="b"/>
            <a:pathLst>
              <a:path w="2442141" h="457901">
                <a:moveTo>
                  <a:pt x="0" y="0"/>
                </a:moveTo>
                <a:lnTo>
                  <a:pt x="2442141" y="0"/>
                </a:lnTo>
                <a:lnTo>
                  <a:pt x="2442141" y="457902"/>
                </a:lnTo>
                <a:lnTo>
                  <a:pt x="0" y="45790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a:off x="428051" y="4163187"/>
            <a:ext cx="2040302" cy="392758"/>
          </a:xfrm>
          <a:custGeom>
            <a:avLst/>
            <a:gdLst/>
            <a:ahLst/>
            <a:cxnLst/>
            <a:rect l="l" t="t" r="r" b="b"/>
            <a:pathLst>
              <a:path w="2040302" h="392758">
                <a:moveTo>
                  <a:pt x="0" y="0"/>
                </a:moveTo>
                <a:lnTo>
                  <a:pt x="2040302" y="0"/>
                </a:lnTo>
                <a:lnTo>
                  <a:pt x="2040302" y="392758"/>
                </a:lnTo>
                <a:lnTo>
                  <a:pt x="0" y="392758"/>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428051" y="1785138"/>
            <a:ext cx="4219549" cy="395583"/>
          </a:xfrm>
          <a:custGeom>
            <a:avLst/>
            <a:gdLst/>
            <a:ahLst/>
            <a:cxnLst/>
            <a:rect l="l" t="t" r="r" b="b"/>
            <a:pathLst>
              <a:path w="4219549" h="395583">
                <a:moveTo>
                  <a:pt x="0" y="0"/>
                </a:moveTo>
                <a:lnTo>
                  <a:pt x="4219549" y="0"/>
                </a:lnTo>
                <a:lnTo>
                  <a:pt x="4219549" y="395583"/>
                </a:lnTo>
                <a:lnTo>
                  <a:pt x="0" y="395583"/>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rot="-5400000">
            <a:off x="17070446" y="7356021"/>
            <a:ext cx="365969" cy="1072436"/>
          </a:xfrm>
          <a:custGeom>
            <a:avLst/>
            <a:gdLst/>
            <a:ahLst/>
            <a:cxnLst/>
            <a:rect l="l" t="t" r="r" b="b"/>
            <a:pathLst>
              <a:path w="365969" h="1072436">
                <a:moveTo>
                  <a:pt x="0" y="0"/>
                </a:moveTo>
                <a:lnTo>
                  <a:pt x="365969" y="0"/>
                </a:lnTo>
                <a:lnTo>
                  <a:pt x="365969" y="1072436"/>
                </a:lnTo>
                <a:lnTo>
                  <a:pt x="0" y="1072436"/>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rot="-5400000">
            <a:off x="17077997" y="6668987"/>
            <a:ext cx="362606" cy="1062583"/>
          </a:xfrm>
          <a:custGeom>
            <a:avLst/>
            <a:gdLst/>
            <a:ahLst/>
            <a:cxnLst/>
            <a:rect l="l" t="t" r="r" b="b"/>
            <a:pathLst>
              <a:path w="362606" h="1062583">
                <a:moveTo>
                  <a:pt x="0" y="0"/>
                </a:moveTo>
                <a:lnTo>
                  <a:pt x="362606" y="0"/>
                </a:lnTo>
                <a:lnTo>
                  <a:pt x="362606" y="1062583"/>
                </a:lnTo>
                <a:lnTo>
                  <a:pt x="0" y="1062583"/>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sp>
        <p:nvSpPr>
          <p:cNvPr id="12" name="Freeform 12"/>
          <p:cNvSpPr/>
          <p:nvPr/>
        </p:nvSpPr>
        <p:spPr>
          <a:xfrm>
            <a:off x="2322313" y="6230243"/>
            <a:ext cx="2964042" cy="2423105"/>
          </a:xfrm>
          <a:custGeom>
            <a:avLst/>
            <a:gdLst/>
            <a:ahLst/>
            <a:cxnLst/>
            <a:rect l="l" t="t" r="r" b="b"/>
            <a:pathLst>
              <a:path w="2964042" h="2423105">
                <a:moveTo>
                  <a:pt x="0" y="0"/>
                </a:moveTo>
                <a:lnTo>
                  <a:pt x="2964043" y="0"/>
                </a:lnTo>
                <a:lnTo>
                  <a:pt x="2964043" y="2423105"/>
                </a:lnTo>
                <a:lnTo>
                  <a:pt x="0" y="24231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5680227" y="6230243"/>
            <a:ext cx="2964042" cy="2423105"/>
          </a:xfrm>
          <a:custGeom>
            <a:avLst/>
            <a:gdLst/>
            <a:ahLst/>
            <a:cxnLst/>
            <a:rect l="l" t="t" r="r" b="b"/>
            <a:pathLst>
              <a:path w="2964042" h="2423105">
                <a:moveTo>
                  <a:pt x="0" y="0"/>
                </a:moveTo>
                <a:lnTo>
                  <a:pt x="2964042" y="0"/>
                </a:lnTo>
                <a:lnTo>
                  <a:pt x="2964042" y="2423105"/>
                </a:lnTo>
                <a:lnTo>
                  <a:pt x="0" y="24231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4" name="Freeform 14"/>
          <p:cNvSpPr/>
          <p:nvPr/>
        </p:nvSpPr>
        <p:spPr>
          <a:xfrm>
            <a:off x="9034794" y="6230243"/>
            <a:ext cx="2964042" cy="2423105"/>
          </a:xfrm>
          <a:custGeom>
            <a:avLst/>
            <a:gdLst/>
            <a:ahLst/>
            <a:cxnLst/>
            <a:rect l="l" t="t" r="r" b="b"/>
            <a:pathLst>
              <a:path w="2964042" h="2423105">
                <a:moveTo>
                  <a:pt x="0" y="0"/>
                </a:moveTo>
                <a:lnTo>
                  <a:pt x="2964042" y="0"/>
                </a:lnTo>
                <a:lnTo>
                  <a:pt x="2964042" y="2423105"/>
                </a:lnTo>
                <a:lnTo>
                  <a:pt x="0" y="24231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5" name="Freeform 15"/>
          <p:cNvSpPr/>
          <p:nvPr/>
        </p:nvSpPr>
        <p:spPr>
          <a:xfrm>
            <a:off x="12389361" y="6230243"/>
            <a:ext cx="2964042" cy="2423105"/>
          </a:xfrm>
          <a:custGeom>
            <a:avLst/>
            <a:gdLst/>
            <a:ahLst/>
            <a:cxnLst/>
            <a:rect l="l" t="t" r="r" b="b"/>
            <a:pathLst>
              <a:path w="2964042" h="2423105">
                <a:moveTo>
                  <a:pt x="0" y="0"/>
                </a:moveTo>
                <a:lnTo>
                  <a:pt x="2964043" y="0"/>
                </a:lnTo>
                <a:lnTo>
                  <a:pt x="2964043" y="2423105"/>
                </a:lnTo>
                <a:lnTo>
                  <a:pt x="0" y="2423105"/>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16" name="Group 16"/>
          <p:cNvGrpSpPr/>
          <p:nvPr/>
        </p:nvGrpSpPr>
        <p:grpSpPr>
          <a:xfrm rot="0">
            <a:off x="2468080" y="6345809"/>
            <a:ext cx="2672508" cy="1885293"/>
            <a:chOff x="0" y="0"/>
            <a:chExt cx="367000" cy="258896"/>
          </a:xfrm>
        </p:grpSpPr>
        <p:sp>
          <p:nvSpPr>
            <p:cNvPr id="17" name="Freeform 17"/>
            <p:cNvSpPr/>
            <p:nvPr/>
          </p:nvSpPr>
          <p:spPr>
            <a:xfrm>
              <a:off x="0" y="0"/>
              <a:ext cx="367000" cy="258896"/>
            </a:xfrm>
            <a:custGeom>
              <a:avLst/>
              <a:gdLst/>
              <a:ahLst/>
              <a:cxnLst/>
              <a:rect l="l" t="t" r="r" b="b"/>
              <a:pathLst>
                <a:path w="367000" h="258896">
                  <a:moveTo>
                    <a:pt x="0" y="0"/>
                  </a:moveTo>
                  <a:lnTo>
                    <a:pt x="367000" y="0"/>
                  </a:lnTo>
                  <a:lnTo>
                    <a:pt x="367000" y="258896"/>
                  </a:lnTo>
                  <a:lnTo>
                    <a:pt x="0" y="258896"/>
                  </a:lnTo>
                  <a:close/>
                </a:path>
              </a:pathLst>
            </a:custGeom>
            <a:blipFill>
              <a:blip r:embed="rId23"/>
              <a:stretch>
                <a:fillRect l="-2841" r="-2841"/>
              </a:stretch>
            </a:blipFill>
          </p:spPr>
        </p:sp>
      </p:grpSp>
      <p:grpSp>
        <p:nvGrpSpPr>
          <p:cNvPr id="18" name="Group 18"/>
          <p:cNvGrpSpPr/>
          <p:nvPr/>
        </p:nvGrpSpPr>
        <p:grpSpPr>
          <a:xfrm rot="0">
            <a:off x="9187194" y="6345809"/>
            <a:ext cx="2672508" cy="1885293"/>
            <a:chOff x="0" y="0"/>
            <a:chExt cx="367000" cy="258896"/>
          </a:xfrm>
        </p:grpSpPr>
        <p:sp>
          <p:nvSpPr>
            <p:cNvPr id="19" name="Freeform 19"/>
            <p:cNvSpPr/>
            <p:nvPr/>
          </p:nvSpPr>
          <p:spPr>
            <a:xfrm>
              <a:off x="0" y="0"/>
              <a:ext cx="367000" cy="258896"/>
            </a:xfrm>
            <a:custGeom>
              <a:avLst/>
              <a:gdLst/>
              <a:ahLst/>
              <a:cxnLst/>
              <a:rect l="l" t="t" r="r" b="b"/>
              <a:pathLst>
                <a:path w="367000" h="258896">
                  <a:moveTo>
                    <a:pt x="0" y="0"/>
                  </a:moveTo>
                  <a:lnTo>
                    <a:pt x="367000" y="0"/>
                  </a:lnTo>
                  <a:lnTo>
                    <a:pt x="367000" y="258896"/>
                  </a:lnTo>
                  <a:lnTo>
                    <a:pt x="0" y="258896"/>
                  </a:lnTo>
                  <a:close/>
                </a:path>
              </a:pathLst>
            </a:custGeom>
            <a:blipFill>
              <a:blip r:embed="rId24"/>
              <a:stretch>
                <a:fillRect l="-2841" r="-2841"/>
              </a:stretch>
            </a:blipFill>
          </p:spPr>
        </p:sp>
      </p:grpSp>
      <p:grpSp>
        <p:nvGrpSpPr>
          <p:cNvPr id="20" name="Group 20"/>
          <p:cNvGrpSpPr/>
          <p:nvPr/>
        </p:nvGrpSpPr>
        <p:grpSpPr>
          <a:xfrm rot="0">
            <a:off x="5825994" y="6345809"/>
            <a:ext cx="2672508" cy="1885293"/>
            <a:chOff x="0" y="0"/>
            <a:chExt cx="367000" cy="258896"/>
          </a:xfrm>
        </p:grpSpPr>
        <p:sp>
          <p:nvSpPr>
            <p:cNvPr id="21" name="Freeform 21"/>
            <p:cNvSpPr/>
            <p:nvPr/>
          </p:nvSpPr>
          <p:spPr>
            <a:xfrm>
              <a:off x="0" y="0"/>
              <a:ext cx="367000" cy="258896"/>
            </a:xfrm>
            <a:custGeom>
              <a:avLst/>
              <a:gdLst/>
              <a:ahLst/>
              <a:cxnLst/>
              <a:rect l="l" t="t" r="r" b="b"/>
              <a:pathLst>
                <a:path w="367000" h="258896">
                  <a:moveTo>
                    <a:pt x="0" y="0"/>
                  </a:moveTo>
                  <a:lnTo>
                    <a:pt x="367000" y="0"/>
                  </a:lnTo>
                  <a:lnTo>
                    <a:pt x="367000" y="258896"/>
                  </a:lnTo>
                  <a:lnTo>
                    <a:pt x="0" y="258896"/>
                  </a:lnTo>
                  <a:close/>
                </a:path>
              </a:pathLst>
            </a:custGeom>
            <a:blipFill>
              <a:blip r:embed="rId25"/>
              <a:stretch>
                <a:fillRect b="-81737"/>
              </a:stretch>
            </a:blipFill>
          </p:spPr>
        </p:sp>
      </p:grpSp>
      <p:grpSp>
        <p:nvGrpSpPr>
          <p:cNvPr id="22" name="Group 22"/>
          <p:cNvGrpSpPr/>
          <p:nvPr/>
        </p:nvGrpSpPr>
        <p:grpSpPr>
          <a:xfrm rot="0">
            <a:off x="12545107" y="6345809"/>
            <a:ext cx="2672508" cy="1885293"/>
            <a:chOff x="0" y="0"/>
            <a:chExt cx="367000" cy="258896"/>
          </a:xfrm>
        </p:grpSpPr>
        <p:sp>
          <p:nvSpPr>
            <p:cNvPr id="23" name="Freeform 23"/>
            <p:cNvSpPr/>
            <p:nvPr/>
          </p:nvSpPr>
          <p:spPr>
            <a:xfrm>
              <a:off x="0" y="0"/>
              <a:ext cx="367000" cy="258896"/>
            </a:xfrm>
            <a:custGeom>
              <a:avLst/>
              <a:gdLst/>
              <a:ahLst/>
              <a:cxnLst/>
              <a:rect l="l" t="t" r="r" b="b"/>
              <a:pathLst>
                <a:path w="367000" h="258896">
                  <a:moveTo>
                    <a:pt x="0" y="0"/>
                  </a:moveTo>
                  <a:lnTo>
                    <a:pt x="367000" y="0"/>
                  </a:lnTo>
                  <a:lnTo>
                    <a:pt x="367000" y="258896"/>
                  </a:lnTo>
                  <a:lnTo>
                    <a:pt x="0" y="258896"/>
                  </a:lnTo>
                  <a:close/>
                </a:path>
              </a:pathLst>
            </a:custGeom>
            <a:blipFill>
              <a:blip r:embed="rId26"/>
              <a:stretch>
                <a:fillRect l="-2841" r="-2841"/>
              </a:stretch>
            </a:blipFill>
          </p:spPr>
        </p:sp>
      </p:grpSp>
      <p:sp>
        <p:nvSpPr>
          <p:cNvPr id="24" name="Freeform 24"/>
          <p:cNvSpPr/>
          <p:nvPr/>
        </p:nvSpPr>
        <p:spPr>
          <a:xfrm rot="66791">
            <a:off x="11328547" y="1468894"/>
            <a:ext cx="4531565" cy="3710219"/>
          </a:xfrm>
          <a:custGeom>
            <a:avLst/>
            <a:gdLst/>
            <a:ahLst/>
            <a:cxnLst/>
            <a:rect l="l" t="t" r="r" b="b"/>
            <a:pathLst>
              <a:path w="4531565" h="3710219">
                <a:moveTo>
                  <a:pt x="0" y="0"/>
                </a:moveTo>
                <a:lnTo>
                  <a:pt x="4531565" y="0"/>
                </a:lnTo>
                <a:lnTo>
                  <a:pt x="4531565" y="3710219"/>
                </a:lnTo>
                <a:lnTo>
                  <a:pt x="0" y="3710219"/>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25" name="Freeform 25"/>
          <p:cNvSpPr/>
          <p:nvPr/>
        </p:nvSpPr>
        <p:spPr>
          <a:xfrm rot="66791" flipH="1">
            <a:off x="12370252" y="1467797"/>
            <a:ext cx="2335518" cy="3674606"/>
          </a:xfrm>
          <a:custGeom>
            <a:avLst/>
            <a:gdLst/>
            <a:ahLst/>
            <a:cxnLst/>
            <a:rect l="l" t="t" r="r" b="b"/>
            <a:pathLst>
              <a:path w="2335518" h="3674606">
                <a:moveTo>
                  <a:pt x="2335518" y="0"/>
                </a:moveTo>
                <a:lnTo>
                  <a:pt x="0" y="0"/>
                </a:lnTo>
                <a:lnTo>
                  <a:pt x="0" y="3674605"/>
                </a:lnTo>
                <a:lnTo>
                  <a:pt x="2335518" y="3674605"/>
                </a:lnTo>
                <a:lnTo>
                  <a:pt x="2335518" y="0"/>
                </a:lnTo>
                <a:close/>
              </a:path>
            </a:pathLst>
          </a:custGeom>
          <a:blipFill>
            <a:blip r:embed="rId29">
              <a:extLst>
                <a:ext uri="{96DAC541-7B7A-43D3-8B79-37D633B846F1}">
                  <asvg:svgBlip xmlns:asvg="http://schemas.microsoft.com/office/drawing/2016/SVG/main" r:embed="rId30"/>
                </a:ext>
              </a:extLst>
            </a:blip>
            <a:stretch>
              <a:fillRect b="-43634"/>
            </a:stretch>
          </a:blipFill>
        </p:spPr>
      </p:sp>
      <p:sp>
        <p:nvSpPr>
          <p:cNvPr id="26" name="Freeform 26"/>
          <p:cNvSpPr/>
          <p:nvPr/>
        </p:nvSpPr>
        <p:spPr>
          <a:xfrm rot="-1971852">
            <a:off x="11249738" y="1475634"/>
            <a:ext cx="727375" cy="218213"/>
          </a:xfrm>
          <a:custGeom>
            <a:avLst/>
            <a:gdLst/>
            <a:ahLst/>
            <a:cxnLst/>
            <a:rect l="l" t="t" r="r" b="b"/>
            <a:pathLst>
              <a:path w="727375" h="218213">
                <a:moveTo>
                  <a:pt x="0" y="0"/>
                </a:moveTo>
                <a:lnTo>
                  <a:pt x="727376" y="0"/>
                </a:lnTo>
                <a:lnTo>
                  <a:pt x="727376" y="218213"/>
                </a:lnTo>
                <a:lnTo>
                  <a:pt x="0" y="218213"/>
                </a:lnTo>
                <a:lnTo>
                  <a:pt x="0" y="0"/>
                </a:lnTo>
                <a:close/>
              </a:path>
            </a:pathLst>
          </a:custGeom>
          <a:blipFill>
            <a:blip r:embed="rId31">
              <a:alphaModFix amt="65000"/>
              <a:extLst>
                <a:ext uri="{96DAC541-7B7A-43D3-8B79-37D633B846F1}">
                  <asvg:svgBlip xmlns:asvg="http://schemas.microsoft.com/office/drawing/2016/SVG/main" r:embed="rId32"/>
                </a:ext>
              </a:extLst>
            </a:blip>
            <a:stretch>
              <a:fillRect/>
            </a:stretch>
          </a:blipFill>
          <a:ln cap="sq">
            <a:noFill/>
            <a:prstDash val="solid"/>
            <a:miter/>
          </a:ln>
        </p:spPr>
      </p:sp>
      <p:sp>
        <p:nvSpPr>
          <p:cNvPr id="27" name="Freeform 27"/>
          <p:cNvSpPr/>
          <p:nvPr/>
        </p:nvSpPr>
        <p:spPr>
          <a:xfrm rot="-5400000">
            <a:off x="10780629" y="3895098"/>
            <a:ext cx="1024611" cy="313787"/>
          </a:xfrm>
          <a:custGeom>
            <a:avLst/>
            <a:gdLst/>
            <a:ahLst/>
            <a:cxnLst/>
            <a:rect l="l" t="t" r="r" b="b"/>
            <a:pathLst>
              <a:path w="1024611" h="313787">
                <a:moveTo>
                  <a:pt x="0" y="0"/>
                </a:moveTo>
                <a:lnTo>
                  <a:pt x="1024611" y="0"/>
                </a:lnTo>
                <a:lnTo>
                  <a:pt x="1024611" y="313787"/>
                </a:lnTo>
                <a:lnTo>
                  <a:pt x="0" y="313787"/>
                </a:lnTo>
                <a:lnTo>
                  <a:pt x="0" y="0"/>
                </a:lnTo>
                <a:close/>
              </a:path>
            </a:pathLst>
          </a:custGeom>
          <a:blipFill>
            <a:blip r:embed="rId33">
              <a:alphaModFix amt="65000"/>
              <a:extLst>
                <a:ext uri="{96DAC541-7B7A-43D3-8B79-37D633B846F1}">
                  <asvg:svgBlip xmlns:asvg="http://schemas.microsoft.com/office/drawing/2016/SVG/main" r:embed="rId34"/>
                </a:ext>
              </a:extLst>
            </a:blip>
            <a:stretch>
              <a:fillRect/>
            </a:stretch>
          </a:blipFill>
          <a:ln cap="sq">
            <a:noFill/>
            <a:prstDash val="solid"/>
            <a:miter/>
          </a:ln>
        </p:spPr>
      </p:sp>
      <p:sp>
        <p:nvSpPr>
          <p:cNvPr id="28" name="TextBox 28"/>
          <p:cNvSpPr txBox="1"/>
          <p:nvPr/>
        </p:nvSpPr>
        <p:spPr>
          <a:xfrm>
            <a:off x="2442845" y="2751455"/>
            <a:ext cx="7744460" cy="1615440"/>
          </a:xfrm>
          <a:prstGeom prst="rect">
            <a:avLst/>
          </a:prstGeom>
        </p:spPr>
        <p:txBody>
          <a:bodyPr wrap="square"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Setiap tim terdiri dari 6 pemain di lapangan dan beberapa pemain cadangan.</a:t>
            </a:r>
            <a:endParaRPr lang="en-US" sz="3000">
              <a:solidFill>
                <a:srgbClr val="424242"/>
              </a:solidFill>
              <a:latin typeface="Glacial Indifference"/>
              <a:ea typeface="Glacial Indifference"/>
              <a:cs typeface="Glacial Indifference"/>
              <a:sym typeface="Glacial Indifference"/>
            </a:endParaRPr>
          </a:p>
        </p:txBody>
      </p:sp>
      <p:sp>
        <p:nvSpPr>
          <p:cNvPr id="29" name="TextBox 29"/>
          <p:cNvSpPr txBox="1"/>
          <p:nvPr/>
        </p:nvSpPr>
        <p:spPr>
          <a:xfrm>
            <a:off x="2443472" y="5559044"/>
            <a:ext cx="2721725" cy="415290"/>
          </a:xfrm>
          <a:prstGeom prst="rect">
            <a:avLst/>
          </a:prstGeom>
        </p:spPr>
        <p:txBody>
          <a:bodyPr lIns="0" tIns="0" rIns="0" bIns="0" rtlCol="0" anchor="t">
            <a:spAutoFit/>
          </a:bodyPr>
          <a:lstStyle/>
          <a:p>
            <a:pPr algn="ctr">
              <a:lnSpc>
                <a:spcPts val="3360"/>
              </a:lnSpc>
            </a:pPr>
            <a:r>
              <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spiker</a:t>
            </a:r>
            <a:endPar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30" name="TextBox 30"/>
          <p:cNvSpPr txBox="1"/>
          <p:nvPr/>
        </p:nvSpPr>
        <p:spPr>
          <a:xfrm>
            <a:off x="5801385" y="5559044"/>
            <a:ext cx="2721725" cy="415290"/>
          </a:xfrm>
          <a:prstGeom prst="rect">
            <a:avLst/>
          </a:prstGeom>
        </p:spPr>
        <p:txBody>
          <a:bodyPr lIns="0" tIns="0" rIns="0" bIns="0" rtlCol="0" anchor="t">
            <a:spAutoFit/>
          </a:bodyPr>
          <a:lstStyle/>
          <a:p>
            <a:pPr algn="ctr">
              <a:lnSpc>
                <a:spcPts val="3360"/>
              </a:lnSpc>
            </a:pPr>
            <a:r>
              <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setter</a:t>
            </a:r>
            <a:endPar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31" name="TextBox 31"/>
          <p:cNvSpPr txBox="1"/>
          <p:nvPr/>
        </p:nvSpPr>
        <p:spPr>
          <a:xfrm>
            <a:off x="9177104" y="5553550"/>
            <a:ext cx="2721725" cy="430530"/>
          </a:xfrm>
          <a:prstGeom prst="rect">
            <a:avLst/>
          </a:prstGeom>
        </p:spPr>
        <p:txBody>
          <a:bodyPr lIns="0" tIns="0" rIns="0" bIns="0" rtlCol="0" anchor="t">
            <a:spAutoFit/>
          </a:bodyPr>
          <a:lstStyle/>
          <a:p>
            <a:pPr algn="ctr">
              <a:lnSpc>
                <a:spcPts val="3360"/>
              </a:lnSpc>
            </a:pPr>
            <a:r>
              <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libero</a:t>
            </a:r>
            <a:endPar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32" name="TextBox 32"/>
          <p:cNvSpPr txBox="1"/>
          <p:nvPr/>
        </p:nvSpPr>
        <p:spPr>
          <a:xfrm>
            <a:off x="12556054" y="5553550"/>
            <a:ext cx="2721725" cy="415290"/>
          </a:xfrm>
          <a:prstGeom prst="rect">
            <a:avLst/>
          </a:prstGeom>
        </p:spPr>
        <p:txBody>
          <a:bodyPr lIns="0" tIns="0" rIns="0" bIns="0" rtlCol="0" anchor="t">
            <a:spAutoFit/>
          </a:bodyPr>
          <a:lstStyle/>
          <a:p>
            <a:pPr algn="ctr">
              <a:lnSpc>
                <a:spcPts val="3360"/>
              </a:lnSpc>
            </a:pPr>
            <a:r>
              <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blocker</a:t>
            </a:r>
            <a:endParaRPr lang="en-US" sz="24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33" name="TextBox 33"/>
          <p:cNvSpPr txBox="1"/>
          <p:nvPr/>
        </p:nvSpPr>
        <p:spPr>
          <a:xfrm>
            <a:off x="2367272" y="4420075"/>
            <a:ext cx="5066030" cy="523875"/>
          </a:xfrm>
          <a:prstGeom prst="rect">
            <a:avLst/>
          </a:prstGeom>
        </p:spPr>
        <p:txBody>
          <a:bodyPr lIns="0" tIns="0" rIns="0" bIns="0" rtlCol="0" anchor="t">
            <a:spAutoFit/>
          </a:bodyPr>
          <a:lstStyle/>
          <a:p>
            <a:pPr algn="l">
              <a:lnSpc>
                <a:spcPts val="4200"/>
              </a:lnSpc>
            </a:pPr>
            <a:r>
              <a:rPr lang="en-US" sz="30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Posisi pemain meliputi:</a:t>
            </a:r>
            <a:endParaRPr lang="en-US" sz="3000" b="1">
              <a:solidFill>
                <a:srgbClr val="42424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34" name="TextBox 34"/>
          <p:cNvSpPr txBox="1"/>
          <p:nvPr/>
        </p:nvSpPr>
        <p:spPr>
          <a:xfrm>
            <a:off x="2443480" y="1322070"/>
            <a:ext cx="8152765" cy="1307465"/>
          </a:xfrm>
          <a:prstGeom prst="rect">
            <a:avLst/>
          </a:prstGeom>
        </p:spPr>
        <p:txBody>
          <a:bodyPr wrap="square" lIns="0" tIns="0" rIns="0" bIns="0" rtlCol="0" anchor="t">
            <a:spAutoFit/>
          </a:bodyPr>
          <a:lstStyle/>
          <a:p>
            <a:pPr marL="0" lvl="0" indent="0" algn="l">
              <a:lnSpc>
                <a:spcPts val="10200"/>
              </a:lnSpc>
              <a:spcBef>
                <a:spcPct val="0"/>
              </a:spcBef>
            </a:pPr>
            <a:r>
              <a:rPr lang="en-US" sz="7850" b="1">
                <a:solidFill>
                  <a:srgbClr val="424242"/>
                </a:solidFill>
                <a:latin typeface="Bobby Jones Soft"/>
                <a:ea typeface="Bobby Jones Soft"/>
                <a:cs typeface="Bobby Jones Soft"/>
                <a:sym typeface="Bobby Jones Soft"/>
              </a:rPr>
              <a:t>J</a:t>
            </a:r>
            <a:r>
              <a:rPr lang="en-US" sz="7850" b="1" u="none" strike="noStrike">
                <a:solidFill>
                  <a:srgbClr val="424242"/>
                </a:solidFill>
                <a:latin typeface="Bobby Jones Soft"/>
                <a:ea typeface="Bobby Jones Soft"/>
                <a:cs typeface="Bobby Jones Soft"/>
                <a:sym typeface="Bobby Jones Soft"/>
              </a:rPr>
              <a:t>u</a:t>
            </a:r>
            <a:r>
              <a:rPr lang="en-US" sz="7850" b="1" u="none" strike="noStrike">
                <a:solidFill>
                  <a:srgbClr val="424242"/>
                </a:solidFill>
                <a:latin typeface="Bobby Jones Soft"/>
                <a:ea typeface="Bobby Jones Soft"/>
                <a:cs typeface="Bobby Jones Soft"/>
                <a:sym typeface="Bobby Jones Soft"/>
              </a:rPr>
              <a:t>mlah </a:t>
            </a:r>
            <a:r>
              <a:rPr lang="en-US" sz="7850" b="1" u="none" strike="noStrike">
                <a:solidFill>
                  <a:srgbClr val="424242"/>
                </a:solidFill>
                <a:latin typeface="Bobby Jones Soft"/>
                <a:ea typeface="Bobby Jones Soft"/>
                <a:cs typeface="Bobby Jones Soft"/>
                <a:sym typeface="Bobby Jones Soft"/>
              </a:rPr>
              <a:t>Pe</a:t>
            </a:r>
            <a:r>
              <a:rPr lang="en-US" sz="7850" b="1" u="none" strike="noStrike">
                <a:solidFill>
                  <a:srgbClr val="424242"/>
                </a:solidFill>
                <a:latin typeface="Bobby Jones Soft"/>
                <a:ea typeface="Bobby Jones Soft"/>
                <a:cs typeface="Bobby Jones Soft"/>
                <a:sym typeface="Bobby Jones Soft"/>
              </a:rPr>
              <a:t>main</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1936612"/>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a:ln cap="rnd">
            <a:noFill/>
            <a:prstDash val="solid"/>
            <a:round/>
          </a:ln>
        </p:spPr>
      </p:sp>
      <p:sp>
        <p:nvSpPr>
          <p:cNvPr id="4" name="Freeform 4"/>
          <p:cNvSpPr/>
          <p:nvPr/>
        </p:nvSpPr>
        <p:spPr>
          <a:xfrm rot="5400000">
            <a:off x="16187921" y="6979945"/>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829636" y="7789736"/>
            <a:ext cx="398129" cy="1125452"/>
          </a:xfrm>
          <a:custGeom>
            <a:avLst/>
            <a:gdLst/>
            <a:ahLst/>
            <a:cxnLst/>
            <a:rect l="l" t="t" r="r" b="b"/>
            <a:pathLst>
              <a:path w="398129" h="1125452">
                <a:moveTo>
                  <a:pt x="0" y="0"/>
                </a:moveTo>
                <a:lnTo>
                  <a:pt x="398128" y="0"/>
                </a:lnTo>
                <a:lnTo>
                  <a:pt x="398128" y="1125452"/>
                </a:lnTo>
                <a:lnTo>
                  <a:pt x="0" y="1125452"/>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6" name="Freeform 6"/>
          <p:cNvSpPr/>
          <p:nvPr/>
        </p:nvSpPr>
        <p:spPr>
          <a:xfrm>
            <a:off x="320418" y="7412050"/>
            <a:ext cx="3294853" cy="292418"/>
          </a:xfrm>
          <a:custGeom>
            <a:avLst/>
            <a:gdLst/>
            <a:ahLst/>
            <a:cxnLst/>
            <a:rect l="l" t="t" r="r" b="b"/>
            <a:pathLst>
              <a:path w="3294853" h="292418">
                <a:moveTo>
                  <a:pt x="0" y="0"/>
                </a:moveTo>
                <a:lnTo>
                  <a:pt x="3294853" y="0"/>
                </a:lnTo>
                <a:lnTo>
                  <a:pt x="3294853" y="292419"/>
                </a:lnTo>
                <a:lnTo>
                  <a:pt x="0" y="292419"/>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829636" y="3900171"/>
            <a:ext cx="398129" cy="1125452"/>
          </a:xfrm>
          <a:custGeom>
            <a:avLst/>
            <a:gdLst/>
            <a:ahLst/>
            <a:cxnLst/>
            <a:rect l="l" t="t" r="r" b="b"/>
            <a:pathLst>
              <a:path w="398129" h="1125452">
                <a:moveTo>
                  <a:pt x="0" y="0"/>
                </a:moveTo>
                <a:lnTo>
                  <a:pt x="398128" y="0"/>
                </a:lnTo>
                <a:lnTo>
                  <a:pt x="398128" y="1125451"/>
                </a:lnTo>
                <a:lnTo>
                  <a:pt x="0" y="1125451"/>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rot="5400000">
            <a:off x="17106701" y="1172672"/>
            <a:ext cx="427204" cy="1294557"/>
          </a:xfrm>
          <a:custGeom>
            <a:avLst/>
            <a:gdLst/>
            <a:ahLst/>
            <a:cxnLst/>
            <a:rect l="l" t="t" r="r" b="b"/>
            <a:pathLst>
              <a:path w="427204" h="1294557">
                <a:moveTo>
                  <a:pt x="0" y="0"/>
                </a:moveTo>
                <a:lnTo>
                  <a:pt x="427204" y="0"/>
                </a:lnTo>
                <a:lnTo>
                  <a:pt x="427204" y="1294556"/>
                </a:lnTo>
                <a:lnTo>
                  <a:pt x="0" y="129455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rot="5400000">
            <a:off x="17140297" y="1919413"/>
            <a:ext cx="360013" cy="1090949"/>
          </a:xfrm>
          <a:custGeom>
            <a:avLst/>
            <a:gdLst/>
            <a:ahLst/>
            <a:cxnLst/>
            <a:rect l="l" t="t" r="r" b="b"/>
            <a:pathLst>
              <a:path w="360013" h="1090949">
                <a:moveTo>
                  <a:pt x="0" y="0"/>
                </a:moveTo>
                <a:lnTo>
                  <a:pt x="360013" y="0"/>
                </a:lnTo>
                <a:lnTo>
                  <a:pt x="360013" y="1090948"/>
                </a:lnTo>
                <a:lnTo>
                  <a:pt x="0" y="1090948"/>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flipH="1">
            <a:off x="12985149" y="5143500"/>
            <a:ext cx="4982432" cy="448419"/>
          </a:xfrm>
          <a:custGeom>
            <a:avLst/>
            <a:gdLst/>
            <a:ahLst/>
            <a:cxnLst/>
            <a:rect l="l" t="t" r="r" b="b"/>
            <a:pathLst>
              <a:path w="4982432" h="448419">
                <a:moveTo>
                  <a:pt x="4982433" y="0"/>
                </a:moveTo>
                <a:lnTo>
                  <a:pt x="0" y="0"/>
                </a:lnTo>
                <a:lnTo>
                  <a:pt x="0" y="448419"/>
                </a:lnTo>
                <a:lnTo>
                  <a:pt x="4982433" y="448419"/>
                </a:lnTo>
                <a:lnTo>
                  <a:pt x="4982433"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sp>
        <p:nvSpPr>
          <p:cNvPr id="12" name="Freeform 12"/>
          <p:cNvSpPr/>
          <p:nvPr/>
        </p:nvSpPr>
        <p:spPr>
          <a:xfrm rot="-5400000">
            <a:off x="5118680" y="4840860"/>
            <a:ext cx="8050641" cy="605280"/>
          </a:xfrm>
          <a:custGeom>
            <a:avLst/>
            <a:gdLst/>
            <a:ahLst/>
            <a:cxnLst/>
            <a:rect l="l" t="t" r="r" b="b"/>
            <a:pathLst>
              <a:path w="8050641" h="605280">
                <a:moveTo>
                  <a:pt x="0" y="0"/>
                </a:moveTo>
                <a:lnTo>
                  <a:pt x="8050640" y="0"/>
                </a:lnTo>
                <a:lnTo>
                  <a:pt x="8050640" y="605280"/>
                </a:lnTo>
                <a:lnTo>
                  <a:pt x="0" y="605280"/>
                </a:lnTo>
                <a:lnTo>
                  <a:pt x="0" y="0"/>
                </a:lnTo>
                <a:close/>
              </a:path>
            </a:pathLst>
          </a:custGeom>
          <a:blipFill>
            <a:blip r:embed="rId21">
              <a:extLst>
                <a:ext uri="{96DAC541-7B7A-43D3-8B79-37D633B846F1}">
                  <asvg:svgBlip xmlns:asvg="http://schemas.microsoft.com/office/drawing/2016/SVG/main" r:embed="rId22"/>
                </a:ext>
              </a:extLst>
            </a:blip>
            <a:stretch>
              <a:fillRect b="-79559"/>
            </a:stretch>
          </a:blipFill>
        </p:spPr>
      </p:sp>
      <p:sp>
        <p:nvSpPr>
          <p:cNvPr id="13" name="Freeform 13"/>
          <p:cNvSpPr/>
          <p:nvPr/>
        </p:nvSpPr>
        <p:spPr>
          <a:xfrm rot="560267" flipH="1">
            <a:off x="13083822" y="1672707"/>
            <a:ext cx="3514027" cy="3948345"/>
          </a:xfrm>
          <a:custGeom>
            <a:avLst/>
            <a:gdLst/>
            <a:ahLst/>
            <a:cxnLst/>
            <a:rect l="l" t="t" r="r" b="b"/>
            <a:pathLst>
              <a:path w="3514027" h="3948345">
                <a:moveTo>
                  <a:pt x="3514027" y="0"/>
                </a:moveTo>
                <a:lnTo>
                  <a:pt x="0" y="0"/>
                </a:lnTo>
                <a:lnTo>
                  <a:pt x="0" y="3948345"/>
                </a:lnTo>
                <a:lnTo>
                  <a:pt x="3514027" y="3948345"/>
                </a:lnTo>
                <a:lnTo>
                  <a:pt x="3514027"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4" name="Freeform 14"/>
          <p:cNvSpPr/>
          <p:nvPr/>
        </p:nvSpPr>
        <p:spPr>
          <a:xfrm rot="-186885">
            <a:off x="10005098" y="3077581"/>
            <a:ext cx="4132410" cy="4190023"/>
          </a:xfrm>
          <a:custGeom>
            <a:avLst/>
            <a:gdLst/>
            <a:ahLst/>
            <a:cxnLst/>
            <a:rect l="l" t="t" r="r" b="b"/>
            <a:pathLst>
              <a:path w="4132410" h="4190023">
                <a:moveTo>
                  <a:pt x="0" y="0"/>
                </a:moveTo>
                <a:lnTo>
                  <a:pt x="4132410" y="0"/>
                </a:lnTo>
                <a:lnTo>
                  <a:pt x="4132410" y="4190023"/>
                </a:lnTo>
                <a:lnTo>
                  <a:pt x="0" y="4190023"/>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grpSp>
        <p:nvGrpSpPr>
          <p:cNvPr id="15" name="Group 15"/>
          <p:cNvGrpSpPr/>
          <p:nvPr/>
        </p:nvGrpSpPr>
        <p:grpSpPr>
          <a:xfrm rot="-186000">
            <a:off x="10241276" y="3321074"/>
            <a:ext cx="3657915" cy="3199207"/>
            <a:chOff x="0" y="0"/>
            <a:chExt cx="502320" cy="439328"/>
          </a:xfrm>
        </p:grpSpPr>
        <p:sp>
          <p:nvSpPr>
            <p:cNvPr id="16" name="Freeform 16"/>
            <p:cNvSpPr/>
            <p:nvPr/>
          </p:nvSpPr>
          <p:spPr>
            <a:xfrm>
              <a:off x="0" y="0"/>
              <a:ext cx="502320" cy="439328"/>
            </a:xfrm>
            <a:custGeom>
              <a:avLst/>
              <a:gdLst/>
              <a:ahLst/>
              <a:cxnLst/>
              <a:rect l="l" t="t" r="r" b="b"/>
              <a:pathLst>
                <a:path w="502320" h="439328">
                  <a:moveTo>
                    <a:pt x="0" y="0"/>
                  </a:moveTo>
                  <a:lnTo>
                    <a:pt x="502320" y="0"/>
                  </a:lnTo>
                  <a:lnTo>
                    <a:pt x="502320" y="439328"/>
                  </a:lnTo>
                  <a:lnTo>
                    <a:pt x="0" y="439328"/>
                  </a:lnTo>
                  <a:close/>
                </a:path>
              </a:pathLst>
            </a:custGeom>
            <a:blipFill>
              <a:blip r:embed="rId27"/>
              <a:stretch>
                <a:fillRect l="-15512" r="-15512"/>
              </a:stretch>
            </a:blipFill>
          </p:spPr>
        </p:sp>
      </p:grpSp>
      <p:sp>
        <p:nvSpPr>
          <p:cNvPr id="17" name="Freeform 17"/>
          <p:cNvSpPr/>
          <p:nvPr/>
        </p:nvSpPr>
        <p:spPr>
          <a:xfrm rot="-512267" flipV="1">
            <a:off x="12535350" y="5538401"/>
            <a:ext cx="2997378" cy="3163460"/>
          </a:xfrm>
          <a:custGeom>
            <a:avLst/>
            <a:gdLst/>
            <a:ahLst/>
            <a:cxnLst/>
            <a:rect l="l" t="t" r="r" b="b"/>
            <a:pathLst>
              <a:path w="2997378" h="3163460">
                <a:moveTo>
                  <a:pt x="0" y="3163460"/>
                </a:moveTo>
                <a:lnTo>
                  <a:pt x="2997378" y="3163460"/>
                </a:lnTo>
                <a:lnTo>
                  <a:pt x="2997378" y="0"/>
                </a:lnTo>
                <a:lnTo>
                  <a:pt x="0" y="0"/>
                </a:lnTo>
                <a:lnTo>
                  <a:pt x="0" y="3163460"/>
                </a:lnTo>
                <a:close/>
              </a:path>
            </a:pathLst>
          </a:custGeom>
          <a:blipFill>
            <a:blip r:embed="rId28">
              <a:extLst>
                <a:ext uri="{96DAC541-7B7A-43D3-8B79-37D633B846F1}">
                  <asvg:svgBlip xmlns:asvg="http://schemas.microsoft.com/office/drawing/2016/SVG/main" r:embed="rId29"/>
                </a:ext>
              </a:extLst>
            </a:blip>
            <a:stretch>
              <a:fillRect/>
            </a:stretch>
          </a:blipFill>
        </p:spPr>
      </p:sp>
      <p:sp>
        <p:nvSpPr>
          <p:cNvPr id="18" name="TextBox 18"/>
          <p:cNvSpPr txBox="1"/>
          <p:nvPr/>
        </p:nvSpPr>
        <p:spPr>
          <a:xfrm>
            <a:off x="1486769" y="4519784"/>
            <a:ext cx="6902920" cy="2657475"/>
          </a:xfrm>
          <a:prstGeom prst="rect">
            <a:avLst/>
          </a:prstGeom>
        </p:spPr>
        <p:txBody>
          <a:bodyPr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Servis adalah pukulan pertama untuk memulai permainan. Teknik servis ada dua: servis bawah (underhand) dan servis atas (overhand). Servis yang baik harus melewati net dan masuk area lawan.</a:t>
            </a:r>
            <a:endParaRPr lang="en-US" sz="3000">
              <a:solidFill>
                <a:srgbClr val="424242"/>
              </a:solidFill>
              <a:latin typeface="Glacial Indifference"/>
              <a:ea typeface="Glacial Indifference"/>
              <a:cs typeface="Glacial Indifference"/>
              <a:sym typeface="Glacial Indifference"/>
            </a:endParaRPr>
          </a:p>
        </p:txBody>
      </p:sp>
      <p:sp>
        <p:nvSpPr>
          <p:cNvPr id="19" name="TextBox 19"/>
          <p:cNvSpPr txBox="1"/>
          <p:nvPr/>
        </p:nvSpPr>
        <p:spPr>
          <a:xfrm>
            <a:off x="1111297" y="1871827"/>
            <a:ext cx="7653863" cy="2052955"/>
          </a:xfrm>
          <a:prstGeom prst="rect">
            <a:avLst/>
          </a:prstGeom>
        </p:spPr>
        <p:txBody>
          <a:bodyPr lIns="0" tIns="0" rIns="0" bIns="0" rtlCol="0" anchor="t">
            <a:spAutoFit/>
          </a:bodyPr>
          <a:lstStyle/>
          <a:p>
            <a:pPr marL="0" lvl="0" indent="0" algn="ctr">
              <a:lnSpc>
                <a:spcPts val="8005"/>
              </a:lnSpc>
            </a:pPr>
            <a:r>
              <a:rPr lang="en-US" sz="7850" b="1">
                <a:solidFill>
                  <a:srgbClr val="424242"/>
                </a:solidFill>
                <a:latin typeface="Bobby Jones Soft"/>
                <a:ea typeface="Bobby Jones Soft"/>
                <a:cs typeface="Bobby Jones Soft"/>
                <a:sym typeface="Bobby Jones Soft"/>
              </a:rPr>
              <a:t>Tekni</a:t>
            </a:r>
            <a:r>
              <a:rPr lang="en-US" sz="7850" b="1" u="none" strike="noStrike">
                <a:solidFill>
                  <a:srgbClr val="424242"/>
                </a:solidFill>
                <a:latin typeface="Bobby Jones Soft"/>
                <a:ea typeface="Bobby Jones Soft"/>
                <a:cs typeface="Bobby Jones Soft"/>
                <a:sym typeface="Bobby Jones Soft"/>
              </a:rPr>
              <a:t>k Dasar </a:t>
            </a:r>
            <a:r>
              <a:rPr lang="en-US" sz="7850" b="1" u="none" strike="noStrike">
                <a:solidFill>
                  <a:srgbClr val="424242"/>
                </a:solidFill>
                <a:latin typeface="Bobby Jones Soft"/>
                <a:ea typeface="Bobby Jones Soft"/>
                <a:cs typeface="Bobby Jones Soft"/>
                <a:sym typeface="Bobby Jones Soft"/>
              </a:rPr>
              <a:t>Servi</a:t>
            </a:r>
            <a:r>
              <a:rPr lang="en-US" sz="7850" b="1" u="none" strike="noStrike">
                <a:solidFill>
                  <a:srgbClr val="424242"/>
                </a:solidFill>
                <a:latin typeface="Bobby Jones Soft"/>
                <a:ea typeface="Bobby Jones Soft"/>
                <a:cs typeface="Bobby Jones Soft"/>
                <a:sym typeface="Bobby Jones Soft"/>
              </a:rPr>
              <a:t>s</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1953311"/>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a:off x="532621" y="7011228"/>
            <a:ext cx="1506508" cy="276821"/>
          </a:xfrm>
          <a:custGeom>
            <a:avLst/>
            <a:gdLst/>
            <a:ahLst/>
            <a:cxnLst/>
            <a:rect l="l" t="t" r="r" b="b"/>
            <a:pathLst>
              <a:path w="1506508" h="276821">
                <a:moveTo>
                  <a:pt x="0" y="0"/>
                </a:moveTo>
                <a:lnTo>
                  <a:pt x="1506508" y="0"/>
                </a:lnTo>
                <a:lnTo>
                  <a:pt x="1506508" y="276821"/>
                </a:lnTo>
                <a:lnTo>
                  <a:pt x="0" y="276821"/>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5" name="Freeform 5"/>
          <p:cNvSpPr/>
          <p:nvPr/>
        </p:nvSpPr>
        <p:spPr>
          <a:xfrm rot="5400000">
            <a:off x="682903" y="4083328"/>
            <a:ext cx="306825" cy="899120"/>
          </a:xfrm>
          <a:custGeom>
            <a:avLst/>
            <a:gdLst/>
            <a:ahLst/>
            <a:cxnLst/>
            <a:rect l="l" t="t" r="r" b="b"/>
            <a:pathLst>
              <a:path w="306825" h="899120">
                <a:moveTo>
                  <a:pt x="0" y="0"/>
                </a:moveTo>
                <a:lnTo>
                  <a:pt x="306824" y="0"/>
                </a:lnTo>
                <a:lnTo>
                  <a:pt x="306824" y="899120"/>
                </a:lnTo>
                <a:lnTo>
                  <a:pt x="0" y="899120"/>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sp>
      <p:sp>
        <p:nvSpPr>
          <p:cNvPr id="6" name="Freeform 6"/>
          <p:cNvSpPr/>
          <p:nvPr/>
        </p:nvSpPr>
        <p:spPr>
          <a:xfrm rot="-126393">
            <a:off x="326805" y="7823690"/>
            <a:ext cx="2054953" cy="385304"/>
          </a:xfrm>
          <a:custGeom>
            <a:avLst/>
            <a:gdLst/>
            <a:ahLst/>
            <a:cxnLst/>
            <a:rect l="l" t="t" r="r" b="b"/>
            <a:pathLst>
              <a:path w="2054953" h="385304">
                <a:moveTo>
                  <a:pt x="0" y="0"/>
                </a:moveTo>
                <a:lnTo>
                  <a:pt x="2054953" y="0"/>
                </a:lnTo>
                <a:lnTo>
                  <a:pt x="2054953" y="385304"/>
                </a:lnTo>
                <a:lnTo>
                  <a:pt x="0" y="38530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5400000">
            <a:off x="16171122" y="7077771"/>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11">
              <a:extLst>
                <a:ext uri="{96DAC541-7B7A-43D3-8B79-37D633B846F1}">
                  <asvg:svgBlip xmlns:asvg="http://schemas.microsoft.com/office/drawing/2016/SVG/main" r:embed="rId12"/>
                </a:ext>
              </a:extLst>
            </a:blip>
            <a:stretch>
              <a:fillRect b="-58185"/>
            </a:stretch>
          </a:blipFill>
          <a:ln cap="rnd">
            <a:noFill/>
            <a:prstDash val="solid"/>
            <a:round/>
          </a:ln>
        </p:spPr>
      </p:sp>
      <p:sp>
        <p:nvSpPr>
          <p:cNvPr id="8" name="Freeform 8"/>
          <p:cNvSpPr/>
          <p:nvPr/>
        </p:nvSpPr>
        <p:spPr>
          <a:xfrm rot="5400000">
            <a:off x="16171122" y="4583088"/>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13">
              <a:extLst>
                <a:ext uri="{96DAC541-7B7A-43D3-8B79-37D633B846F1}">
                  <asvg:svgBlip xmlns:asvg="http://schemas.microsoft.com/office/drawing/2016/SVG/main" r:embed="rId14"/>
                </a:ext>
              </a:extLst>
            </a:blip>
            <a:stretch>
              <a:fillRect b="-58185"/>
            </a:stretch>
          </a:blipFill>
        </p:spPr>
      </p:sp>
      <p:sp>
        <p:nvSpPr>
          <p:cNvPr id="9" name="Freeform 9"/>
          <p:cNvSpPr/>
          <p:nvPr/>
        </p:nvSpPr>
        <p:spPr>
          <a:xfrm rot="5521723">
            <a:off x="17056307" y="1368356"/>
            <a:ext cx="372389" cy="1052689"/>
          </a:xfrm>
          <a:custGeom>
            <a:avLst/>
            <a:gdLst/>
            <a:ahLst/>
            <a:cxnLst/>
            <a:rect l="l" t="t" r="r" b="b"/>
            <a:pathLst>
              <a:path w="372389" h="1052689">
                <a:moveTo>
                  <a:pt x="0" y="0"/>
                </a:moveTo>
                <a:lnTo>
                  <a:pt x="372389" y="0"/>
                </a:lnTo>
                <a:lnTo>
                  <a:pt x="372389" y="1052688"/>
                </a:lnTo>
                <a:lnTo>
                  <a:pt x="0" y="105268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0" name="Freeform 10"/>
          <p:cNvSpPr/>
          <p:nvPr/>
        </p:nvSpPr>
        <p:spPr>
          <a:xfrm rot="5400000">
            <a:off x="17328263" y="2214749"/>
            <a:ext cx="221742" cy="671945"/>
          </a:xfrm>
          <a:custGeom>
            <a:avLst/>
            <a:gdLst/>
            <a:ahLst/>
            <a:cxnLst/>
            <a:rect l="l" t="t" r="r" b="b"/>
            <a:pathLst>
              <a:path w="221742" h="671945">
                <a:moveTo>
                  <a:pt x="0" y="0"/>
                </a:moveTo>
                <a:lnTo>
                  <a:pt x="221742" y="0"/>
                </a:lnTo>
                <a:lnTo>
                  <a:pt x="221742" y="671946"/>
                </a:lnTo>
                <a:lnTo>
                  <a:pt x="0" y="671946"/>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sp>
        <p:nvSpPr>
          <p:cNvPr id="12" name="Freeform 12"/>
          <p:cNvSpPr/>
          <p:nvPr/>
        </p:nvSpPr>
        <p:spPr>
          <a:xfrm rot="-64764" flipV="1">
            <a:off x="1777797" y="1730951"/>
            <a:ext cx="3031465" cy="4361820"/>
          </a:xfrm>
          <a:custGeom>
            <a:avLst/>
            <a:gdLst/>
            <a:ahLst/>
            <a:cxnLst/>
            <a:rect l="l" t="t" r="r" b="b"/>
            <a:pathLst>
              <a:path w="3031465" h="4361820">
                <a:moveTo>
                  <a:pt x="0" y="4361821"/>
                </a:moveTo>
                <a:lnTo>
                  <a:pt x="3031465" y="4361821"/>
                </a:lnTo>
                <a:lnTo>
                  <a:pt x="3031465" y="0"/>
                </a:lnTo>
                <a:lnTo>
                  <a:pt x="0" y="0"/>
                </a:lnTo>
                <a:lnTo>
                  <a:pt x="0" y="4361821"/>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rot="-66000">
            <a:off x="2207950" y="2369752"/>
            <a:ext cx="2064314" cy="3713062"/>
          </a:xfrm>
          <a:custGeom>
            <a:avLst/>
            <a:gdLst/>
            <a:ahLst/>
            <a:cxnLst/>
            <a:rect l="l" t="t" r="r" b="b"/>
            <a:pathLst>
              <a:path w="2064314" h="3713062">
                <a:moveTo>
                  <a:pt x="0" y="0"/>
                </a:moveTo>
                <a:lnTo>
                  <a:pt x="2064314" y="0"/>
                </a:lnTo>
                <a:lnTo>
                  <a:pt x="2064314" y="3713061"/>
                </a:lnTo>
                <a:lnTo>
                  <a:pt x="0" y="3713061"/>
                </a:lnTo>
                <a:lnTo>
                  <a:pt x="0" y="0"/>
                </a:lnTo>
                <a:close/>
              </a:path>
            </a:pathLst>
          </a:custGeom>
          <a:blipFill>
            <a:blip r:embed="rId23">
              <a:extLst>
                <a:ext uri="{96DAC541-7B7A-43D3-8B79-37D633B846F1}">
                  <asvg:svgBlip xmlns:asvg="http://schemas.microsoft.com/office/drawing/2016/SVG/main" r:embed="rId24"/>
                </a:ext>
              </a:extLst>
            </a:blip>
            <a:stretch>
              <a:fillRect r="-391" b="-17193"/>
            </a:stretch>
          </a:blipFill>
        </p:spPr>
      </p:sp>
      <p:sp>
        <p:nvSpPr>
          <p:cNvPr id="14" name="Freeform 14"/>
          <p:cNvSpPr/>
          <p:nvPr/>
        </p:nvSpPr>
        <p:spPr>
          <a:xfrm>
            <a:off x="2918071" y="1592480"/>
            <a:ext cx="644072" cy="644072"/>
          </a:xfrm>
          <a:custGeom>
            <a:avLst/>
            <a:gdLst/>
            <a:ahLst/>
            <a:cxnLst/>
            <a:rect l="l" t="t" r="r" b="b"/>
            <a:pathLst>
              <a:path w="644072" h="644072">
                <a:moveTo>
                  <a:pt x="0" y="0"/>
                </a:moveTo>
                <a:lnTo>
                  <a:pt x="644072" y="0"/>
                </a:lnTo>
                <a:lnTo>
                  <a:pt x="644072" y="644073"/>
                </a:lnTo>
                <a:lnTo>
                  <a:pt x="0" y="644073"/>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15" name="Freeform 15"/>
          <p:cNvSpPr/>
          <p:nvPr/>
        </p:nvSpPr>
        <p:spPr>
          <a:xfrm rot="-399284">
            <a:off x="2798272" y="5344977"/>
            <a:ext cx="2974719" cy="3123064"/>
          </a:xfrm>
          <a:custGeom>
            <a:avLst/>
            <a:gdLst/>
            <a:ahLst/>
            <a:cxnLst/>
            <a:rect l="l" t="t" r="r" b="b"/>
            <a:pathLst>
              <a:path w="2974719" h="3123064">
                <a:moveTo>
                  <a:pt x="0" y="0"/>
                </a:moveTo>
                <a:lnTo>
                  <a:pt x="2974719" y="0"/>
                </a:lnTo>
                <a:lnTo>
                  <a:pt x="2974719" y="3123064"/>
                </a:lnTo>
                <a:lnTo>
                  <a:pt x="0" y="3123064"/>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16" name="Freeform 16"/>
          <p:cNvSpPr/>
          <p:nvPr/>
        </p:nvSpPr>
        <p:spPr>
          <a:xfrm rot="512796">
            <a:off x="4715782" y="2655343"/>
            <a:ext cx="3145846" cy="3289773"/>
          </a:xfrm>
          <a:custGeom>
            <a:avLst/>
            <a:gdLst/>
            <a:ahLst/>
            <a:cxnLst/>
            <a:rect l="l" t="t" r="r" b="b"/>
            <a:pathLst>
              <a:path w="3145846" h="3289773">
                <a:moveTo>
                  <a:pt x="0" y="0"/>
                </a:moveTo>
                <a:lnTo>
                  <a:pt x="3145845" y="0"/>
                </a:lnTo>
                <a:lnTo>
                  <a:pt x="3145845" y="3289774"/>
                </a:lnTo>
                <a:lnTo>
                  <a:pt x="0" y="3289774"/>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grpSp>
        <p:nvGrpSpPr>
          <p:cNvPr id="17" name="Group 17"/>
          <p:cNvGrpSpPr/>
          <p:nvPr/>
        </p:nvGrpSpPr>
        <p:grpSpPr>
          <a:xfrm rot="510000">
            <a:off x="5042694" y="2976996"/>
            <a:ext cx="2550880" cy="2254264"/>
            <a:chOff x="0" y="0"/>
            <a:chExt cx="350297" cy="309565"/>
          </a:xfrm>
        </p:grpSpPr>
        <p:sp>
          <p:nvSpPr>
            <p:cNvPr id="18" name="Freeform 18"/>
            <p:cNvSpPr/>
            <p:nvPr/>
          </p:nvSpPr>
          <p:spPr>
            <a:xfrm>
              <a:off x="0" y="0"/>
              <a:ext cx="350297" cy="309565"/>
            </a:xfrm>
            <a:custGeom>
              <a:avLst/>
              <a:gdLst/>
              <a:ahLst/>
              <a:cxnLst/>
              <a:rect l="l" t="t" r="r" b="b"/>
              <a:pathLst>
                <a:path w="350297" h="309565">
                  <a:moveTo>
                    <a:pt x="0" y="0"/>
                  </a:moveTo>
                  <a:lnTo>
                    <a:pt x="350297" y="0"/>
                  </a:lnTo>
                  <a:lnTo>
                    <a:pt x="350297" y="309565"/>
                  </a:lnTo>
                  <a:lnTo>
                    <a:pt x="0" y="309565"/>
                  </a:lnTo>
                  <a:close/>
                </a:path>
              </a:pathLst>
            </a:custGeom>
            <a:blipFill>
              <a:blip r:embed="rId31"/>
              <a:stretch>
                <a:fillRect t="-34791" b="-34791"/>
              </a:stretch>
            </a:blipFill>
          </p:spPr>
        </p:sp>
      </p:grpSp>
      <p:sp>
        <p:nvSpPr>
          <p:cNvPr id="19" name="TextBox 19"/>
          <p:cNvSpPr txBox="1"/>
          <p:nvPr/>
        </p:nvSpPr>
        <p:spPr>
          <a:xfrm>
            <a:off x="8269695" y="5025563"/>
            <a:ext cx="8033212" cy="3231515"/>
          </a:xfrm>
          <a:prstGeom prst="rect">
            <a:avLst/>
          </a:prstGeom>
        </p:spPr>
        <p:txBody>
          <a:bodyPr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Passing atau umpan dilakukan untuk mengontrol bola dan mempersiapkan serangan. Terdapat dua jenis: </a:t>
            </a:r>
            <a:endParaRPr lang="en-US" sz="3000">
              <a:solidFill>
                <a:srgbClr val="424242"/>
              </a:solidFill>
              <a:latin typeface="Glacial Indifference"/>
              <a:ea typeface="Glacial Indifference"/>
              <a:cs typeface="Glacial Indifference"/>
              <a:sym typeface="Glacial Indifference"/>
            </a:endParaRPr>
          </a:p>
          <a:p>
            <a:pPr marL="514350" indent="-514350" algn="just">
              <a:lnSpc>
                <a:spcPts val="4200"/>
              </a:lnSpc>
              <a:buFont typeface="+mj-lt"/>
              <a:buAutoNum type="arabicPeriod"/>
            </a:pPr>
            <a:r>
              <a:rPr lang="en-US" sz="3000">
                <a:solidFill>
                  <a:srgbClr val="424242"/>
                </a:solidFill>
                <a:latin typeface="Glacial Indifference"/>
                <a:ea typeface="Glacial Indifference"/>
                <a:cs typeface="Glacial Indifference"/>
                <a:sym typeface="Glacial Indifference"/>
              </a:rPr>
              <a:t>Passing atas (overhead pass)</a:t>
            </a:r>
            <a:endParaRPr lang="en-US" sz="3000">
              <a:solidFill>
                <a:srgbClr val="424242"/>
              </a:solidFill>
              <a:latin typeface="Glacial Indifference"/>
              <a:ea typeface="Glacial Indifference"/>
              <a:cs typeface="Glacial Indifference"/>
              <a:sym typeface="Glacial Indifference"/>
            </a:endParaRPr>
          </a:p>
          <a:p>
            <a:pPr marL="514350" indent="-514350" algn="just">
              <a:lnSpc>
                <a:spcPts val="4200"/>
              </a:lnSpc>
              <a:buFont typeface="+mj-lt"/>
              <a:buAutoNum type="arabicPeriod"/>
            </a:pPr>
            <a:r>
              <a:rPr lang="en-US" sz="3000">
                <a:solidFill>
                  <a:srgbClr val="424242"/>
                </a:solidFill>
                <a:latin typeface="Glacial Indifference"/>
                <a:ea typeface="Glacial Indifference"/>
                <a:cs typeface="Glacial Indifference"/>
                <a:sym typeface="Glacial Indifference"/>
              </a:rPr>
              <a:t>Passing bawah (forearm pass atau bump).</a:t>
            </a:r>
            <a:endParaRPr lang="en-US" sz="3000">
              <a:solidFill>
                <a:srgbClr val="424242"/>
              </a:solidFill>
              <a:latin typeface="Glacial Indifference"/>
              <a:ea typeface="Glacial Indifference"/>
              <a:cs typeface="Glacial Indifference"/>
              <a:sym typeface="Glacial Indifference"/>
            </a:endParaRPr>
          </a:p>
        </p:txBody>
      </p:sp>
      <p:sp>
        <p:nvSpPr>
          <p:cNvPr id="20" name="TextBox 20"/>
          <p:cNvSpPr txBox="1"/>
          <p:nvPr/>
        </p:nvSpPr>
        <p:spPr>
          <a:xfrm>
            <a:off x="8783673" y="2665022"/>
            <a:ext cx="7005254" cy="2052955"/>
          </a:xfrm>
          <a:prstGeom prst="rect">
            <a:avLst/>
          </a:prstGeom>
        </p:spPr>
        <p:txBody>
          <a:bodyPr lIns="0" tIns="0" rIns="0" bIns="0" rtlCol="0" anchor="t">
            <a:spAutoFit/>
          </a:bodyPr>
          <a:lstStyle/>
          <a:p>
            <a:pPr marL="0" lvl="0" indent="0" algn="ctr">
              <a:lnSpc>
                <a:spcPts val="8005"/>
              </a:lnSpc>
            </a:pPr>
            <a:r>
              <a:rPr lang="en-US" sz="7850" b="1">
                <a:solidFill>
                  <a:srgbClr val="424242"/>
                </a:solidFill>
                <a:latin typeface="Bobby Jones Soft"/>
                <a:ea typeface="Bobby Jones Soft"/>
                <a:cs typeface="Bobby Jones Soft"/>
                <a:sym typeface="Bobby Jones Soft"/>
              </a:rPr>
              <a:t>Tek</a:t>
            </a:r>
            <a:r>
              <a:rPr lang="en-US" sz="7850" b="1" u="none" strike="noStrike">
                <a:solidFill>
                  <a:srgbClr val="424242"/>
                </a:solidFill>
                <a:latin typeface="Bobby Jones Soft"/>
                <a:ea typeface="Bobby Jones Soft"/>
                <a:cs typeface="Bobby Jones Soft"/>
                <a:sym typeface="Bobby Jones Soft"/>
              </a:rPr>
              <a:t>n</a:t>
            </a:r>
            <a:r>
              <a:rPr lang="en-US" sz="7850" b="1" u="none" strike="noStrike">
                <a:solidFill>
                  <a:srgbClr val="424242"/>
                </a:solidFill>
                <a:latin typeface="Bobby Jones Soft"/>
                <a:ea typeface="Bobby Jones Soft"/>
                <a:cs typeface="Bobby Jones Soft"/>
                <a:sym typeface="Bobby Jones Soft"/>
              </a:rPr>
              <a:t>ik Dasar </a:t>
            </a:r>
            <a:r>
              <a:rPr lang="en-US" sz="7850" b="1" u="none" strike="noStrike">
                <a:solidFill>
                  <a:srgbClr val="424242"/>
                </a:solidFill>
                <a:latin typeface="Bobby Jones Soft"/>
                <a:ea typeface="Bobby Jones Soft"/>
                <a:cs typeface="Bobby Jones Soft"/>
                <a:sym typeface="Bobby Jones Soft"/>
              </a:rPr>
              <a:t>Passing</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7080144"/>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400000">
            <a:off x="-42679" y="3222495"/>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215111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rot="-5400000">
            <a:off x="17089725" y="4126344"/>
            <a:ext cx="327412" cy="992156"/>
          </a:xfrm>
          <a:custGeom>
            <a:avLst/>
            <a:gdLst/>
            <a:ahLst/>
            <a:cxnLst/>
            <a:rect l="l" t="t" r="r" b="b"/>
            <a:pathLst>
              <a:path w="327412" h="992156">
                <a:moveTo>
                  <a:pt x="0" y="0"/>
                </a:moveTo>
                <a:lnTo>
                  <a:pt x="327412" y="0"/>
                </a:lnTo>
                <a:lnTo>
                  <a:pt x="327412" y="992156"/>
                </a:lnTo>
                <a:lnTo>
                  <a:pt x="0" y="992156"/>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17347594" y="4847532"/>
            <a:ext cx="324020" cy="915956"/>
          </a:xfrm>
          <a:custGeom>
            <a:avLst/>
            <a:gdLst/>
            <a:ahLst/>
            <a:cxnLst/>
            <a:rect l="l" t="t" r="r" b="b"/>
            <a:pathLst>
              <a:path w="324020" h="915956">
                <a:moveTo>
                  <a:pt x="0" y="0"/>
                </a:moveTo>
                <a:lnTo>
                  <a:pt x="324019" y="0"/>
                </a:lnTo>
                <a:lnTo>
                  <a:pt x="324019" y="915956"/>
                </a:lnTo>
                <a:lnTo>
                  <a:pt x="0" y="91595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500370" y="1918903"/>
            <a:ext cx="4452333" cy="400710"/>
          </a:xfrm>
          <a:custGeom>
            <a:avLst/>
            <a:gdLst/>
            <a:ahLst/>
            <a:cxnLst/>
            <a:rect l="l" t="t" r="r" b="b"/>
            <a:pathLst>
              <a:path w="4452333" h="400710">
                <a:moveTo>
                  <a:pt x="0" y="0"/>
                </a:moveTo>
                <a:lnTo>
                  <a:pt x="4452333" y="0"/>
                </a:lnTo>
                <a:lnTo>
                  <a:pt x="4452333" y="400710"/>
                </a:lnTo>
                <a:lnTo>
                  <a:pt x="0" y="400710"/>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13585793" y="7788426"/>
            <a:ext cx="4539771" cy="425604"/>
          </a:xfrm>
          <a:custGeom>
            <a:avLst/>
            <a:gdLst/>
            <a:ahLst/>
            <a:cxnLst/>
            <a:rect l="l" t="t" r="r" b="b"/>
            <a:pathLst>
              <a:path w="4539771" h="425604">
                <a:moveTo>
                  <a:pt x="0" y="0"/>
                </a:moveTo>
                <a:lnTo>
                  <a:pt x="4539771" y="0"/>
                </a:lnTo>
                <a:lnTo>
                  <a:pt x="4539771" y="425603"/>
                </a:lnTo>
                <a:lnTo>
                  <a:pt x="0" y="425603"/>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7">
              <a:extLst>
                <a:ext uri="{96DAC541-7B7A-43D3-8B79-37D633B846F1}">
                  <asvg:svgBlip xmlns:asvg="http://schemas.microsoft.com/office/drawing/2016/SVG/main" r:embed="rId18"/>
                </a:ext>
              </a:extLst>
            </a:blip>
            <a:stretch>
              <a:fillRect t="-7346" r="-3931"/>
            </a:stretch>
          </a:blipFill>
        </p:spPr>
      </p:sp>
      <p:sp>
        <p:nvSpPr>
          <p:cNvPr id="11" name="Freeform 11"/>
          <p:cNvSpPr/>
          <p:nvPr/>
        </p:nvSpPr>
        <p:spPr>
          <a:xfrm rot="437350" flipH="1">
            <a:off x="10136062" y="4679754"/>
            <a:ext cx="4352546" cy="3563647"/>
          </a:xfrm>
          <a:custGeom>
            <a:avLst/>
            <a:gdLst/>
            <a:ahLst/>
            <a:cxnLst/>
            <a:rect l="l" t="t" r="r" b="b"/>
            <a:pathLst>
              <a:path w="4352546" h="3563647">
                <a:moveTo>
                  <a:pt x="4352546" y="0"/>
                </a:moveTo>
                <a:lnTo>
                  <a:pt x="0" y="0"/>
                </a:lnTo>
                <a:lnTo>
                  <a:pt x="0" y="3563647"/>
                </a:lnTo>
                <a:lnTo>
                  <a:pt x="4352546" y="3563647"/>
                </a:lnTo>
                <a:lnTo>
                  <a:pt x="4352546"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rot="-114107" flipV="1">
            <a:off x="12173955" y="1654579"/>
            <a:ext cx="4381857" cy="5823066"/>
          </a:xfrm>
          <a:custGeom>
            <a:avLst/>
            <a:gdLst/>
            <a:ahLst/>
            <a:cxnLst/>
            <a:rect l="l" t="t" r="r" b="b"/>
            <a:pathLst>
              <a:path w="4381857" h="5823066">
                <a:moveTo>
                  <a:pt x="0" y="5823065"/>
                </a:moveTo>
                <a:lnTo>
                  <a:pt x="4381857" y="5823065"/>
                </a:lnTo>
                <a:lnTo>
                  <a:pt x="4381857" y="0"/>
                </a:lnTo>
                <a:lnTo>
                  <a:pt x="0" y="0"/>
                </a:lnTo>
                <a:lnTo>
                  <a:pt x="0" y="5823065"/>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13" name="Group 13"/>
          <p:cNvGrpSpPr/>
          <p:nvPr/>
        </p:nvGrpSpPr>
        <p:grpSpPr>
          <a:xfrm rot="-113999">
            <a:off x="12484070" y="1994755"/>
            <a:ext cx="3743073" cy="4001718"/>
            <a:chOff x="0" y="0"/>
            <a:chExt cx="514014" cy="549532"/>
          </a:xfrm>
        </p:grpSpPr>
        <p:sp>
          <p:nvSpPr>
            <p:cNvPr id="14" name="Freeform 14"/>
            <p:cNvSpPr/>
            <p:nvPr/>
          </p:nvSpPr>
          <p:spPr>
            <a:xfrm>
              <a:off x="0" y="0"/>
              <a:ext cx="514014" cy="549532"/>
            </a:xfrm>
            <a:custGeom>
              <a:avLst/>
              <a:gdLst/>
              <a:ahLst/>
              <a:cxnLst/>
              <a:rect l="l" t="t" r="r" b="b"/>
              <a:pathLst>
                <a:path w="514014" h="549532">
                  <a:moveTo>
                    <a:pt x="0" y="0"/>
                  </a:moveTo>
                  <a:lnTo>
                    <a:pt x="514014" y="0"/>
                  </a:lnTo>
                  <a:lnTo>
                    <a:pt x="514014" y="549532"/>
                  </a:lnTo>
                  <a:lnTo>
                    <a:pt x="0" y="549532"/>
                  </a:lnTo>
                  <a:close/>
                </a:path>
              </a:pathLst>
            </a:custGeom>
            <a:blipFill>
              <a:blip r:embed="rId23"/>
              <a:stretch>
                <a:fillRect l="-30082" r="-30082"/>
              </a:stretch>
            </a:blipFill>
          </p:spPr>
        </p:sp>
      </p:grpSp>
      <p:sp>
        <p:nvSpPr>
          <p:cNvPr id="15" name="Freeform 15"/>
          <p:cNvSpPr/>
          <p:nvPr/>
        </p:nvSpPr>
        <p:spPr>
          <a:xfrm rot="-1720862">
            <a:off x="9956125" y="4514852"/>
            <a:ext cx="1424728" cy="463037"/>
          </a:xfrm>
          <a:custGeom>
            <a:avLst/>
            <a:gdLst/>
            <a:ahLst/>
            <a:cxnLst/>
            <a:rect l="l" t="t" r="r" b="b"/>
            <a:pathLst>
              <a:path w="1424728" h="463037">
                <a:moveTo>
                  <a:pt x="0" y="0"/>
                </a:moveTo>
                <a:lnTo>
                  <a:pt x="1424728" y="0"/>
                </a:lnTo>
                <a:lnTo>
                  <a:pt x="1424728" y="463036"/>
                </a:lnTo>
                <a:lnTo>
                  <a:pt x="0" y="463036"/>
                </a:lnTo>
                <a:lnTo>
                  <a:pt x="0" y="0"/>
                </a:lnTo>
                <a:close/>
              </a:path>
            </a:pathLst>
          </a:custGeom>
          <a:blipFill>
            <a:blip r:embed="rId24">
              <a:alphaModFix amt="60000"/>
              <a:extLst>
                <a:ext uri="{96DAC541-7B7A-43D3-8B79-37D633B846F1}">
                  <asvg:svgBlip xmlns:asvg="http://schemas.microsoft.com/office/drawing/2016/SVG/main" r:embed="rId25"/>
                </a:ext>
              </a:extLst>
            </a:blip>
            <a:stretch>
              <a:fillRect/>
            </a:stretch>
          </a:blipFill>
          <a:ln cap="sq">
            <a:noFill/>
            <a:prstDash val="solid"/>
            <a:miter/>
          </a:ln>
        </p:spPr>
      </p:sp>
      <p:sp>
        <p:nvSpPr>
          <p:cNvPr id="16" name="Freeform 16"/>
          <p:cNvSpPr/>
          <p:nvPr/>
        </p:nvSpPr>
        <p:spPr>
          <a:xfrm rot="-2337083">
            <a:off x="11740889" y="1748084"/>
            <a:ext cx="1142891" cy="371439"/>
          </a:xfrm>
          <a:custGeom>
            <a:avLst/>
            <a:gdLst/>
            <a:ahLst/>
            <a:cxnLst/>
            <a:rect l="l" t="t" r="r" b="b"/>
            <a:pathLst>
              <a:path w="1142891" h="371439">
                <a:moveTo>
                  <a:pt x="0" y="0"/>
                </a:moveTo>
                <a:lnTo>
                  <a:pt x="1142891" y="0"/>
                </a:lnTo>
                <a:lnTo>
                  <a:pt x="1142891" y="371440"/>
                </a:lnTo>
                <a:lnTo>
                  <a:pt x="0" y="371440"/>
                </a:lnTo>
                <a:lnTo>
                  <a:pt x="0" y="0"/>
                </a:lnTo>
                <a:close/>
              </a:path>
            </a:pathLst>
          </a:custGeom>
          <a:blipFill>
            <a:blip r:embed="rId26">
              <a:alphaModFix amt="60000"/>
              <a:extLst>
                <a:ext uri="{96DAC541-7B7A-43D3-8B79-37D633B846F1}">
                  <asvg:svgBlip xmlns:asvg="http://schemas.microsoft.com/office/drawing/2016/SVG/main" r:embed="rId27"/>
                </a:ext>
              </a:extLst>
            </a:blip>
            <a:stretch>
              <a:fillRect/>
            </a:stretch>
          </a:blipFill>
          <a:ln cap="sq">
            <a:noFill/>
            <a:prstDash val="solid"/>
            <a:miter/>
          </a:ln>
        </p:spPr>
      </p:sp>
      <p:sp>
        <p:nvSpPr>
          <p:cNvPr id="17" name="Freeform 17"/>
          <p:cNvSpPr/>
          <p:nvPr/>
        </p:nvSpPr>
        <p:spPr>
          <a:xfrm rot="-2700000">
            <a:off x="15711039" y="6971580"/>
            <a:ext cx="1162826" cy="356115"/>
          </a:xfrm>
          <a:custGeom>
            <a:avLst/>
            <a:gdLst/>
            <a:ahLst/>
            <a:cxnLst/>
            <a:rect l="l" t="t" r="r" b="b"/>
            <a:pathLst>
              <a:path w="1162826" h="356115">
                <a:moveTo>
                  <a:pt x="0" y="0"/>
                </a:moveTo>
                <a:lnTo>
                  <a:pt x="1162826" y="0"/>
                </a:lnTo>
                <a:lnTo>
                  <a:pt x="1162826" y="356116"/>
                </a:lnTo>
                <a:lnTo>
                  <a:pt x="0" y="356116"/>
                </a:lnTo>
                <a:lnTo>
                  <a:pt x="0" y="0"/>
                </a:lnTo>
                <a:close/>
              </a:path>
            </a:pathLst>
          </a:custGeom>
          <a:blipFill>
            <a:blip r:embed="rId28">
              <a:alphaModFix amt="60000"/>
              <a:extLst>
                <a:ext uri="{96DAC541-7B7A-43D3-8B79-37D633B846F1}">
                  <asvg:svgBlip xmlns:asvg="http://schemas.microsoft.com/office/drawing/2016/SVG/main" r:embed="rId29"/>
                </a:ext>
              </a:extLst>
            </a:blip>
            <a:stretch>
              <a:fillRect/>
            </a:stretch>
          </a:blipFill>
          <a:ln cap="sq">
            <a:noFill/>
            <a:prstDash val="solid"/>
            <a:miter/>
          </a:ln>
        </p:spPr>
      </p:sp>
      <p:sp>
        <p:nvSpPr>
          <p:cNvPr id="18" name="TextBox 18"/>
          <p:cNvSpPr txBox="1"/>
          <p:nvPr/>
        </p:nvSpPr>
        <p:spPr>
          <a:xfrm>
            <a:off x="1089391" y="2433913"/>
            <a:ext cx="8581011" cy="2052955"/>
          </a:xfrm>
          <a:prstGeom prst="rect">
            <a:avLst/>
          </a:prstGeom>
        </p:spPr>
        <p:txBody>
          <a:bodyPr lIns="0" tIns="0" rIns="0" bIns="0" rtlCol="0" anchor="t">
            <a:spAutoFit/>
          </a:bodyPr>
          <a:lstStyle/>
          <a:p>
            <a:pPr marL="0" lvl="0" indent="0" algn="ctr">
              <a:lnSpc>
                <a:spcPts val="8005"/>
              </a:lnSpc>
            </a:pPr>
            <a:r>
              <a:rPr lang="en-US" sz="7850" b="1">
                <a:solidFill>
                  <a:srgbClr val="424242"/>
                </a:solidFill>
                <a:latin typeface="Bobby Jones Soft"/>
                <a:ea typeface="Bobby Jones Soft"/>
                <a:cs typeface="Bobby Jones Soft"/>
                <a:sym typeface="Bobby Jones Soft"/>
              </a:rPr>
              <a:t>Teknik D</a:t>
            </a:r>
            <a:r>
              <a:rPr lang="en-US" sz="7850" b="1" u="none" strike="noStrike">
                <a:solidFill>
                  <a:srgbClr val="424242"/>
                </a:solidFill>
                <a:latin typeface="Bobby Jones Soft"/>
                <a:ea typeface="Bobby Jones Soft"/>
                <a:cs typeface="Bobby Jones Soft"/>
                <a:sym typeface="Bobby Jones Soft"/>
              </a:rPr>
              <a:t>asar Sma</a:t>
            </a:r>
            <a:r>
              <a:rPr lang="en-US" sz="7850" b="1" u="none" strike="noStrike">
                <a:solidFill>
                  <a:srgbClr val="424242"/>
                </a:solidFill>
                <a:latin typeface="Bobby Jones Soft"/>
                <a:ea typeface="Bobby Jones Soft"/>
                <a:cs typeface="Bobby Jones Soft"/>
                <a:sym typeface="Bobby Jones Soft"/>
              </a:rPr>
              <a:t>sh</a:t>
            </a:r>
            <a:endParaRPr lang="en-US" sz="7850" b="1" u="none" strike="noStrike">
              <a:solidFill>
                <a:srgbClr val="424242"/>
              </a:solidFill>
              <a:latin typeface="Bobby Jones Soft"/>
              <a:ea typeface="Bobby Jones Soft"/>
              <a:cs typeface="Bobby Jones Soft"/>
              <a:sym typeface="Bobby Jones Soft"/>
            </a:endParaRPr>
          </a:p>
        </p:txBody>
      </p:sp>
      <p:sp>
        <p:nvSpPr>
          <p:cNvPr id="19" name="TextBox 19"/>
          <p:cNvSpPr txBox="1"/>
          <p:nvPr/>
        </p:nvSpPr>
        <p:spPr>
          <a:xfrm>
            <a:off x="1534845" y="4933161"/>
            <a:ext cx="7690103" cy="2600325"/>
          </a:xfrm>
          <a:prstGeom prst="rect">
            <a:avLst/>
          </a:prstGeom>
        </p:spPr>
        <p:txBody>
          <a:bodyPr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Smash adalah pukulan keras yang bertujuan memasukkan bola ke area lawan. Smash dilakukan oleh spiker setelah menerima bola dari setter. Ketepatan dan kekuatan penting agar lawan sulit mengembalikan bola.</a:t>
            </a:r>
            <a:endParaRPr lang="en-US" sz="3000">
              <a:solidFill>
                <a:srgbClr val="424242"/>
              </a:solidFill>
              <a:latin typeface="Glacial Indifference"/>
              <a:ea typeface="Glacial Indifference"/>
              <a:cs typeface="Glacial Indifference"/>
              <a:sym typeface="Glacial Indifferenc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7080144"/>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400000">
            <a:off x="-42679" y="3222495"/>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215111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rot="-5400000">
            <a:off x="17089725" y="4126344"/>
            <a:ext cx="327412" cy="992156"/>
          </a:xfrm>
          <a:custGeom>
            <a:avLst/>
            <a:gdLst/>
            <a:ahLst/>
            <a:cxnLst/>
            <a:rect l="l" t="t" r="r" b="b"/>
            <a:pathLst>
              <a:path w="327412" h="992156">
                <a:moveTo>
                  <a:pt x="0" y="0"/>
                </a:moveTo>
                <a:lnTo>
                  <a:pt x="327412" y="0"/>
                </a:lnTo>
                <a:lnTo>
                  <a:pt x="327412" y="992156"/>
                </a:lnTo>
                <a:lnTo>
                  <a:pt x="0" y="992156"/>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17347594" y="4847532"/>
            <a:ext cx="324020" cy="915956"/>
          </a:xfrm>
          <a:custGeom>
            <a:avLst/>
            <a:gdLst/>
            <a:ahLst/>
            <a:cxnLst/>
            <a:rect l="l" t="t" r="r" b="b"/>
            <a:pathLst>
              <a:path w="324020" h="915956">
                <a:moveTo>
                  <a:pt x="0" y="0"/>
                </a:moveTo>
                <a:lnTo>
                  <a:pt x="324019" y="0"/>
                </a:lnTo>
                <a:lnTo>
                  <a:pt x="324019" y="915956"/>
                </a:lnTo>
                <a:lnTo>
                  <a:pt x="0" y="91595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500370" y="1918903"/>
            <a:ext cx="4452333" cy="400710"/>
          </a:xfrm>
          <a:custGeom>
            <a:avLst/>
            <a:gdLst/>
            <a:ahLst/>
            <a:cxnLst/>
            <a:rect l="l" t="t" r="r" b="b"/>
            <a:pathLst>
              <a:path w="4452333" h="400710">
                <a:moveTo>
                  <a:pt x="0" y="0"/>
                </a:moveTo>
                <a:lnTo>
                  <a:pt x="4452333" y="0"/>
                </a:lnTo>
                <a:lnTo>
                  <a:pt x="4452333" y="400710"/>
                </a:lnTo>
                <a:lnTo>
                  <a:pt x="0" y="400710"/>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13585793" y="7788426"/>
            <a:ext cx="4539771" cy="425604"/>
          </a:xfrm>
          <a:custGeom>
            <a:avLst/>
            <a:gdLst/>
            <a:ahLst/>
            <a:cxnLst/>
            <a:rect l="l" t="t" r="r" b="b"/>
            <a:pathLst>
              <a:path w="4539771" h="425604">
                <a:moveTo>
                  <a:pt x="0" y="0"/>
                </a:moveTo>
                <a:lnTo>
                  <a:pt x="4539771" y="0"/>
                </a:lnTo>
                <a:lnTo>
                  <a:pt x="4539771" y="425603"/>
                </a:lnTo>
                <a:lnTo>
                  <a:pt x="0" y="425603"/>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7">
              <a:extLst>
                <a:ext uri="{96DAC541-7B7A-43D3-8B79-37D633B846F1}">
                  <asvg:svgBlip xmlns:asvg="http://schemas.microsoft.com/office/drawing/2016/SVG/main" r:embed="rId18"/>
                </a:ext>
              </a:extLst>
            </a:blip>
            <a:stretch>
              <a:fillRect t="-7346" r="-3931"/>
            </a:stretch>
          </a:blipFill>
        </p:spPr>
      </p:sp>
      <p:sp>
        <p:nvSpPr>
          <p:cNvPr id="11" name="Freeform 11"/>
          <p:cNvSpPr/>
          <p:nvPr/>
        </p:nvSpPr>
        <p:spPr>
          <a:xfrm>
            <a:off x="1973137" y="3941942"/>
            <a:ext cx="775704" cy="790526"/>
          </a:xfrm>
          <a:custGeom>
            <a:avLst/>
            <a:gdLst/>
            <a:ahLst/>
            <a:cxnLst/>
            <a:rect l="l" t="t" r="r" b="b"/>
            <a:pathLst>
              <a:path w="775704" h="790526">
                <a:moveTo>
                  <a:pt x="0" y="0"/>
                </a:moveTo>
                <a:lnTo>
                  <a:pt x="775704" y="0"/>
                </a:lnTo>
                <a:lnTo>
                  <a:pt x="775704" y="790527"/>
                </a:lnTo>
                <a:lnTo>
                  <a:pt x="0" y="79052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2" name="Freeform 12"/>
          <p:cNvSpPr/>
          <p:nvPr/>
        </p:nvSpPr>
        <p:spPr>
          <a:xfrm>
            <a:off x="1973137" y="5352470"/>
            <a:ext cx="775704" cy="790526"/>
          </a:xfrm>
          <a:custGeom>
            <a:avLst/>
            <a:gdLst/>
            <a:ahLst/>
            <a:cxnLst/>
            <a:rect l="l" t="t" r="r" b="b"/>
            <a:pathLst>
              <a:path w="775704" h="790526">
                <a:moveTo>
                  <a:pt x="0" y="0"/>
                </a:moveTo>
                <a:lnTo>
                  <a:pt x="775704" y="0"/>
                </a:lnTo>
                <a:lnTo>
                  <a:pt x="775704" y="790527"/>
                </a:lnTo>
                <a:lnTo>
                  <a:pt x="0" y="790527"/>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3" name="Freeform 13"/>
          <p:cNvSpPr/>
          <p:nvPr/>
        </p:nvSpPr>
        <p:spPr>
          <a:xfrm>
            <a:off x="1973137" y="6824935"/>
            <a:ext cx="775704" cy="790526"/>
          </a:xfrm>
          <a:custGeom>
            <a:avLst/>
            <a:gdLst/>
            <a:ahLst/>
            <a:cxnLst/>
            <a:rect l="l" t="t" r="r" b="b"/>
            <a:pathLst>
              <a:path w="775704" h="790526">
                <a:moveTo>
                  <a:pt x="0" y="0"/>
                </a:moveTo>
                <a:lnTo>
                  <a:pt x="775704" y="0"/>
                </a:lnTo>
                <a:lnTo>
                  <a:pt x="775704" y="790526"/>
                </a:lnTo>
                <a:lnTo>
                  <a:pt x="0" y="79052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14" name="Freeform 14"/>
          <p:cNvSpPr/>
          <p:nvPr/>
        </p:nvSpPr>
        <p:spPr>
          <a:xfrm rot="171944" flipH="1">
            <a:off x="11080901" y="3133533"/>
            <a:ext cx="4456363" cy="5518716"/>
          </a:xfrm>
          <a:custGeom>
            <a:avLst/>
            <a:gdLst/>
            <a:ahLst/>
            <a:cxnLst/>
            <a:rect l="l" t="t" r="r" b="b"/>
            <a:pathLst>
              <a:path w="4456363" h="5518716">
                <a:moveTo>
                  <a:pt x="4456364" y="0"/>
                </a:moveTo>
                <a:lnTo>
                  <a:pt x="0" y="0"/>
                </a:lnTo>
                <a:lnTo>
                  <a:pt x="0" y="5518717"/>
                </a:lnTo>
                <a:lnTo>
                  <a:pt x="4456364" y="5518717"/>
                </a:lnTo>
                <a:lnTo>
                  <a:pt x="4456364"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5" name="Freeform 15"/>
          <p:cNvSpPr/>
          <p:nvPr/>
        </p:nvSpPr>
        <p:spPr>
          <a:xfrm rot="174000" flipH="1">
            <a:off x="11377177" y="3648996"/>
            <a:ext cx="2920171" cy="4988000"/>
          </a:xfrm>
          <a:custGeom>
            <a:avLst/>
            <a:gdLst/>
            <a:ahLst/>
            <a:cxnLst/>
            <a:rect l="l" t="t" r="r" b="b"/>
            <a:pathLst>
              <a:path w="2920171" h="4988000">
                <a:moveTo>
                  <a:pt x="2920171" y="0"/>
                </a:moveTo>
                <a:lnTo>
                  <a:pt x="0" y="0"/>
                </a:lnTo>
                <a:lnTo>
                  <a:pt x="0" y="4988001"/>
                </a:lnTo>
                <a:lnTo>
                  <a:pt x="2920171" y="4988001"/>
                </a:lnTo>
                <a:lnTo>
                  <a:pt x="2920171" y="0"/>
                </a:lnTo>
                <a:close/>
              </a:path>
            </a:pathLst>
          </a:custGeom>
          <a:blipFill>
            <a:blip r:embed="rId23">
              <a:extLst>
                <a:ext uri="{96DAC541-7B7A-43D3-8B79-37D633B846F1}">
                  <asvg:svgBlip xmlns:asvg="http://schemas.microsoft.com/office/drawing/2016/SVG/main" r:embed="rId24"/>
                </a:ext>
              </a:extLst>
            </a:blip>
            <a:stretch>
              <a:fillRect b="-18569"/>
            </a:stretch>
          </a:blipFill>
        </p:spPr>
      </p:sp>
      <p:sp>
        <p:nvSpPr>
          <p:cNvPr id="16" name="TextBox 16"/>
          <p:cNvSpPr txBox="1"/>
          <p:nvPr/>
        </p:nvSpPr>
        <p:spPr>
          <a:xfrm>
            <a:off x="3037986" y="3775231"/>
            <a:ext cx="6821896" cy="1057275"/>
          </a:xfrm>
          <a:prstGeom prst="rect">
            <a:avLst/>
          </a:prstGeom>
        </p:spPr>
        <p:txBody>
          <a:bodyPr lIns="0" tIns="0" rIns="0" bIns="0" rtlCol="0" anchor="t">
            <a:spAutoFit/>
          </a:bodyPr>
          <a:lstStyle/>
          <a:p>
            <a:pPr algn="l">
              <a:lnSpc>
                <a:spcPts val="4200"/>
              </a:lnSpc>
            </a:pPr>
            <a:r>
              <a:rPr lang="en-US" sz="3000">
                <a:solidFill>
                  <a:srgbClr val="424242"/>
                </a:solidFill>
                <a:latin typeface="Glacial Indifference"/>
                <a:ea typeface="Glacial Indifference"/>
                <a:cs typeface="Glacial Indifference"/>
                <a:sym typeface="Glacial Indifference"/>
              </a:rPr>
              <a:t>Setiap tim maksimal menyentuh bola 3 kali sebelum melewati net.</a:t>
            </a:r>
            <a:endParaRPr lang="en-US" sz="3000">
              <a:solidFill>
                <a:srgbClr val="424242"/>
              </a:solidFill>
              <a:latin typeface="Glacial Indifference"/>
              <a:ea typeface="Glacial Indifference"/>
              <a:cs typeface="Glacial Indifference"/>
              <a:sym typeface="Glacial Indifference"/>
            </a:endParaRPr>
          </a:p>
        </p:txBody>
      </p:sp>
      <p:sp>
        <p:nvSpPr>
          <p:cNvPr id="17" name="TextBox 17"/>
          <p:cNvSpPr txBox="1"/>
          <p:nvPr/>
        </p:nvSpPr>
        <p:spPr>
          <a:xfrm>
            <a:off x="3037986" y="5185758"/>
            <a:ext cx="6821896" cy="1057275"/>
          </a:xfrm>
          <a:prstGeom prst="rect">
            <a:avLst/>
          </a:prstGeom>
        </p:spPr>
        <p:txBody>
          <a:bodyPr lIns="0" tIns="0" rIns="0" bIns="0" rtlCol="0" anchor="t">
            <a:spAutoFit/>
          </a:bodyPr>
          <a:lstStyle/>
          <a:p>
            <a:pPr algn="l">
              <a:lnSpc>
                <a:spcPts val="4200"/>
              </a:lnSpc>
            </a:pPr>
            <a:r>
              <a:rPr lang="en-US" sz="3000">
                <a:solidFill>
                  <a:srgbClr val="424242"/>
                </a:solidFill>
                <a:latin typeface="Glacial Indifference"/>
                <a:ea typeface="Glacial Indifference"/>
                <a:cs typeface="Glacial Indifference"/>
                <a:sym typeface="Glacial Indifference"/>
              </a:rPr>
              <a:t>Bola tidak boleh menyentuh lantai tim sendiri.</a:t>
            </a:r>
            <a:endParaRPr lang="en-US" sz="3000">
              <a:solidFill>
                <a:srgbClr val="424242"/>
              </a:solidFill>
              <a:latin typeface="Glacial Indifference"/>
              <a:ea typeface="Glacial Indifference"/>
              <a:cs typeface="Glacial Indifference"/>
              <a:sym typeface="Glacial Indifference"/>
            </a:endParaRPr>
          </a:p>
        </p:txBody>
      </p:sp>
      <p:sp>
        <p:nvSpPr>
          <p:cNvPr id="18" name="TextBox 18"/>
          <p:cNvSpPr txBox="1"/>
          <p:nvPr/>
        </p:nvSpPr>
        <p:spPr>
          <a:xfrm>
            <a:off x="3037986" y="6658223"/>
            <a:ext cx="6821896" cy="1057275"/>
          </a:xfrm>
          <a:prstGeom prst="rect">
            <a:avLst/>
          </a:prstGeom>
        </p:spPr>
        <p:txBody>
          <a:bodyPr lIns="0" tIns="0" rIns="0" bIns="0" rtlCol="0" anchor="t">
            <a:spAutoFit/>
          </a:bodyPr>
          <a:lstStyle/>
          <a:p>
            <a:pPr algn="l">
              <a:lnSpc>
                <a:spcPts val="4200"/>
              </a:lnSpc>
            </a:pPr>
            <a:r>
              <a:rPr lang="en-US" sz="3000">
                <a:solidFill>
                  <a:srgbClr val="424242"/>
                </a:solidFill>
                <a:latin typeface="Glacial Indifference"/>
                <a:ea typeface="Glacial Indifference"/>
                <a:cs typeface="Glacial Indifference"/>
                <a:sym typeface="Glacial Indifference"/>
              </a:rPr>
              <a:t>Setiap kesalahan lawan mendapat poin untuk tim kita.</a:t>
            </a:r>
            <a:endParaRPr lang="en-US" sz="3000">
              <a:solidFill>
                <a:srgbClr val="424242"/>
              </a:solidFill>
              <a:latin typeface="Glacial Indifference"/>
              <a:ea typeface="Glacial Indifference"/>
              <a:cs typeface="Glacial Indifference"/>
              <a:sym typeface="Glacial Indifference"/>
            </a:endParaRPr>
          </a:p>
        </p:txBody>
      </p:sp>
      <p:sp>
        <p:nvSpPr>
          <p:cNvPr id="19" name="TextBox 19"/>
          <p:cNvSpPr txBox="1"/>
          <p:nvPr/>
        </p:nvSpPr>
        <p:spPr>
          <a:xfrm>
            <a:off x="2363470" y="1626235"/>
            <a:ext cx="13764260" cy="1307465"/>
          </a:xfrm>
          <a:prstGeom prst="rect">
            <a:avLst/>
          </a:prstGeom>
        </p:spPr>
        <p:txBody>
          <a:bodyPr wrap="square" lIns="0" tIns="0" rIns="0" bIns="0" rtlCol="0" anchor="t">
            <a:spAutoFit/>
          </a:bodyPr>
          <a:lstStyle/>
          <a:p>
            <a:pPr marL="0" lvl="0" indent="0" algn="ctr">
              <a:lnSpc>
                <a:spcPts val="10200"/>
              </a:lnSpc>
              <a:spcBef>
                <a:spcPct val="0"/>
              </a:spcBef>
            </a:pPr>
            <a:r>
              <a:rPr lang="en-US" sz="7850" b="1">
                <a:solidFill>
                  <a:srgbClr val="424242"/>
                </a:solidFill>
                <a:latin typeface="Bobby Jones Soft"/>
                <a:ea typeface="Bobby Jones Soft"/>
                <a:cs typeface="Bobby Jones Soft"/>
                <a:sym typeface="Bobby Jones Soft"/>
              </a:rPr>
              <a:t>A</a:t>
            </a:r>
            <a:r>
              <a:rPr lang="en-US" sz="7850" b="1" u="none" strike="noStrike">
                <a:solidFill>
                  <a:srgbClr val="424242"/>
                </a:solidFill>
                <a:latin typeface="Bobby Jones Soft"/>
                <a:ea typeface="Bobby Jones Soft"/>
                <a:cs typeface="Bobby Jones Soft"/>
                <a:sym typeface="Bobby Jones Soft"/>
              </a:rPr>
              <a:t>tur</a:t>
            </a:r>
            <a:r>
              <a:rPr lang="en-US" sz="7850" b="1" u="none" strike="noStrike">
                <a:solidFill>
                  <a:srgbClr val="424242"/>
                </a:solidFill>
                <a:latin typeface="Bobby Jones Soft"/>
                <a:ea typeface="Bobby Jones Soft"/>
                <a:cs typeface="Bobby Jones Soft"/>
                <a:sym typeface="Bobby Jones Soft"/>
              </a:rPr>
              <a:t>an Dasar Permaina</a:t>
            </a:r>
            <a:r>
              <a:rPr lang="en-US" sz="7850" b="1" u="none" strike="noStrike">
                <a:solidFill>
                  <a:srgbClr val="424242"/>
                </a:solidFill>
                <a:latin typeface="Bobby Jones Soft"/>
                <a:ea typeface="Bobby Jones Soft"/>
                <a:cs typeface="Bobby Jones Soft"/>
                <a:sym typeface="Bobby Jones Soft"/>
              </a:rPr>
              <a:t>n</a:t>
            </a:r>
            <a:endParaRPr lang="en-US" sz="7850" b="1" u="none" strike="noStrike">
              <a:solidFill>
                <a:srgbClr val="424242"/>
              </a:solidFill>
              <a:latin typeface="Bobby Jones Soft"/>
              <a:ea typeface="Bobby Jones Soft"/>
              <a:cs typeface="Bobby Jones Soft"/>
              <a:sym typeface="Bobby Jones Soft"/>
            </a:endParaRPr>
          </a:p>
        </p:txBody>
      </p:sp>
      <p:sp>
        <p:nvSpPr>
          <p:cNvPr id="20" name="TextBox 20"/>
          <p:cNvSpPr txBox="1"/>
          <p:nvPr/>
        </p:nvSpPr>
        <p:spPr>
          <a:xfrm>
            <a:off x="2068195" y="4039235"/>
            <a:ext cx="713740" cy="631190"/>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01</a:t>
            </a:r>
            <a:endParaRPr lang="en-US" sz="3535">
              <a:solidFill>
                <a:srgbClr val="424242"/>
              </a:solidFill>
              <a:latin typeface="Bobby Jones Soft"/>
              <a:ea typeface="Bobby Jones Soft"/>
              <a:cs typeface="Bobby Jones Soft"/>
              <a:sym typeface="Bobby Jones Soft"/>
            </a:endParaRPr>
          </a:p>
        </p:txBody>
      </p:sp>
      <p:sp>
        <p:nvSpPr>
          <p:cNvPr id="21" name="TextBox 21"/>
          <p:cNvSpPr txBox="1"/>
          <p:nvPr/>
        </p:nvSpPr>
        <p:spPr>
          <a:xfrm>
            <a:off x="2068195" y="5480685"/>
            <a:ext cx="714375" cy="530225"/>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02</a:t>
            </a:r>
            <a:endParaRPr lang="en-US" sz="3535">
              <a:solidFill>
                <a:srgbClr val="424242"/>
              </a:solidFill>
              <a:latin typeface="Bobby Jones Soft"/>
              <a:ea typeface="Bobby Jones Soft"/>
              <a:cs typeface="Bobby Jones Soft"/>
              <a:sym typeface="Bobby Jones Soft"/>
            </a:endParaRPr>
          </a:p>
        </p:txBody>
      </p:sp>
      <p:sp>
        <p:nvSpPr>
          <p:cNvPr id="22" name="TextBox 22"/>
          <p:cNvSpPr txBox="1"/>
          <p:nvPr/>
        </p:nvSpPr>
        <p:spPr>
          <a:xfrm>
            <a:off x="2068195" y="6922135"/>
            <a:ext cx="722630" cy="598805"/>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03</a:t>
            </a:r>
            <a:endParaRPr lang="en-US" sz="3535">
              <a:solidFill>
                <a:srgbClr val="424242"/>
              </a:solidFill>
              <a:latin typeface="Bobby Jones Soft"/>
              <a:ea typeface="Bobby Jones Soft"/>
              <a:cs typeface="Bobby Jones Soft"/>
              <a:sym typeface="Bobby Jones Sof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7080144"/>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400000">
            <a:off x="-42679" y="3222495"/>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215111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rot="-5400000">
            <a:off x="17089725" y="4126344"/>
            <a:ext cx="327412" cy="992156"/>
          </a:xfrm>
          <a:custGeom>
            <a:avLst/>
            <a:gdLst/>
            <a:ahLst/>
            <a:cxnLst/>
            <a:rect l="l" t="t" r="r" b="b"/>
            <a:pathLst>
              <a:path w="327412" h="992156">
                <a:moveTo>
                  <a:pt x="0" y="0"/>
                </a:moveTo>
                <a:lnTo>
                  <a:pt x="327412" y="0"/>
                </a:lnTo>
                <a:lnTo>
                  <a:pt x="327412" y="992156"/>
                </a:lnTo>
                <a:lnTo>
                  <a:pt x="0" y="992156"/>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rot="5400000">
            <a:off x="17347594" y="4847532"/>
            <a:ext cx="324020" cy="915956"/>
          </a:xfrm>
          <a:custGeom>
            <a:avLst/>
            <a:gdLst/>
            <a:ahLst/>
            <a:cxnLst/>
            <a:rect l="l" t="t" r="r" b="b"/>
            <a:pathLst>
              <a:path w="324020" h="915956">
                <a:moveTo>
                  <a:pt x="0" y="0"/>
                </a:moveTo>
                <a:lnTo>
                  <a:pt x="324019" y="0"/>
                </a:lnTo>
                <a:lnTo>
                  <a:pt x="324019" y="915956"/>
                </a:lnTo>
                <a:lnTo>
                  <a:pt x="0" y="91595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500370" y="1918903"/>
            <a:ext cx="4452333" cy="400710"/>
          </a:xfrm>
          <a:custGeom>
            <a:avLst/>
            <a:gdLst/>
            <a:ahLst/>
            <a:cxnLst/>
            <a:rect l="l" t="t" r="r" b="b"/>
            <a:pathLst>
              <a:path w="4452333" h="400710">
                <a:moveTo>
                  <a:pt x="0" y="0"/>
                </a:moveTo>
                <a:lnTo>
                  <a:pt x="4452333" y="0"/>
                </a:lnTo>
                <a:lnTo>
                  <a:pt x="4452333" y="400710"/>
                </a:lnTo>
                <a:lnTo>
                  <a:pt x="0" y="400710"/>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a:off x="13585793" y="7788426"/>
            <a:ext cx="4539771" cy="425604"/>
          </a:xfrm>
          <a:custGeom>
            <a:avLst/>
            <a:gdLst/>
            <a:ahLst/>
            <a:cxnLst/>
            <a:rect l="l" t="t" r="r" b="b"/>
            <a:pathLst>
              <a:path w="4539771" h="425604">
                <a:moveTo>
                  <a:pt x="0" y="0"/>
                </a:moveTo>
                <a:lnTo>
                  <a:pt x="4539771" y="0"/>
                </a:lnTo>
                <a:lnTo>
                  <a:pt x="4539771" y="425603"/>
                </a:lnTo>
                <a:lnTo>
                  <a:pt x="0" y="425603"/>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7">
              <a:extLst>
                <a:ext uri="{96DAC541-7B7A-43D3-8B79-37D633B846F1}">
                  <asvg:svgBlip xmlns:asvg="http://schemas.microsoft.com/office/drawing/2016/SVG/main" r:embed="rId18"/>
                </a:ext>
              </a:extLst>
            </a:blip>
            <a:stretch>
              <a:fillRect t="-7346" r="-3931"/>
            </a:stretch>
          </a:blipFill>
        </p:spPr>
      </p:sp>
      <p:sp>
        <p:nvSpPr>
          <p:cNvPr id="11" name="Freeform 11"/>
          <p:cNvSpPr/>
          <p:nvPr/>
        </p:nvSpPr>
        <p:spPr>
          <a:xfrm>
            <a:off x="3537590" y="5143500"/>
            <a:ext cx="5042981" cy="3630946"/>
          </a:xfrm>
          <a:custGeom>
            <a:avLst/>
            <a:gdLst/>
            <a:ahLst/>
            <a:cxnLst/>
            <a:rect l="l" t="t" r="r" b="b"/>
            <a:pathLst>
              <a:path w="5042981" h="3630946">
                <a:moveTo>
                  <a:pt x="0" y="0"/>
                </a:moveTo>
                <a:lnTo>
                  <a:pt x="5042981" y="0"/>
                </a:lnTo>
                <a:lnTo>
                  <a:pt x="5042981" y="3630946"/>
                </a:lnTo>
                <a:lnTo>
                  <a:pt x="0" y="3630946"/>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sp>
      <p:sp>
        <p:nvSpPr>
          <p:cNvPr id="12" name="Freeform 12"/>
          <p:cNvSpPr/>
          <p:nvPr/>
        </p:nvSpPr>
        <p:spPr>
          <a:xfrm>
            <a:off x="9707429" y="5143500"/>
            <a:ext cx="5042981" cy="3630946"/>
          </a:xfrm>
          <a:custGeom>
            <a:avLst/>
            <a:gdLst/>
            <a:ahLst/>
            <a:cxnLst/>
            <a:rect l="l" t="t" r="r" b="b"/>
            <a:pathLst>
              <a:path w="5042981" h="3630946">
                <a:moveTo>
                  <a:pt x="0" y="0"/>
                </a:moveTo>
                <a:lnTo>
                  <a:pt x="5042981" y="0"/>
                </a:lnTo>
                <a:lnTo>
                  <a:pt x="5042981" y="3630946"/>
                </a:lnTo>
                <a:lnTo>
                  <a:pt x="0" y="3630946"/>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13" name="Group 13"/>
          <p:cNvGrpSpPr/>
          <p:nvPr/>
        </p:nvGrpSpPr>
        <p:grpSpPr>
          <a:xfrm rot="0">
            <a:off x="10056788" y="5467520"/>
            <a:ext cx="4344265" cy="2533708"/>
            <a:chOff x="0" y="0"/>
            <a:chExt cx="596572" cy="347939"/>
          </a:xfrm>
        </p:grpSpPr>
        <p:sp>
          <p:nvSpPr>
            <p:cNvPr id="14" name="Freeform 14"/>
            <p:cNvSpPr/>
            <p:nvPr/>
          </p:nvSpPr>
          <p:spPr>
            <a:xfrm>
              <a:off x="0" y="0"/>
              <a:ext cx="596572" cy="347939"/>
            </a:xfrm>
            <a:custGeom>
              <a:avLst/>
              <a:gdLst/>
              <a:ahLst/>
              <a:cxnLst/>
              <a:rect l="l" t="t" r="r" b="b"/>
              <a:pathLst>
                <a:path w="596572" h="347939">
                  <a:moveTo>
                    <a:pt x="0" y="0"/>
                  </a:moveTo>
                  <a:lnTo>
                    <a:pt x="596572" y="0"/>
                  </a:lnTo>
                  <a:lnTo>
                    <a:pt x="596572" y="347939"/>
                  </a:lnTo>
                  <a:lnTo>
                    <a:pt x="0" y="347939"/>
                  </a:lnTo>
                  <a:close/>
                </a:path>
              </a:pathLst>
            </a:custGeom>
            <a:blipFill>
              <a:blip r:embed="rId21"/>
              <a:stretch>
                <a:fillRect t="-7224" b="-7224"/>
              </a:stretch>
            </a:blipFill>
          </p:spPr>
        </p:sp>
      </p:grpSp>
      <p:grpSp>
        <p:nvGrpSpPr>
          <p:cNvPr id="15" name="Group 15"/>
          <p:cNvGrpSpPr/>
          <p:nvPr/>
        </p:nvGrpSpPr>
        <p:grpSpPr>
          <a:xfrm rot="0">
            <a:off x="3886948" y="5467520"/>
            <a:ext cx="4344265" cy="2533708"/>
            <a:chOff x="0" y="0"/>
            <a:chExt cx="596572" cy="347939"/>
          </a:xfrm>
        </p:grpSpPr>
        <p:sp>
          <p:nvSpPr>
            <p:cNvPr id="16" name="Freeform 16"/>
            <p:cNvSpPr/>
            <p:nvPr/>
          </p:nvSpPr>
          <p:spPr>
            <a:xfrm>
              <a:off x="0" y="0"/>
              <a:ext cx="596572" cy="347939"/>
            </a:xfrm>
            <a:custGeom>
              <a:avLst/>
              <a:gdLst/>
              <a:ahLst/>
              <a:cxnLst/>
              <a:rect l="l" t="t" r="r" b="b"/>
              <a:pathLst>
                <a:path w="596572" h="347939">
                  <a:moveTo>
                    <a:pt x="0" y="0"/>
                  </a:moveTo>
                  <a:lnTo>
                    <a:pt x="596572" y="0"/>
                  </a:lnTo>
                  <a:lnTo>
                    <a:pt x="596572" y="347939"/>
                  </a:lnTo>
                  <a:lnTo>
                    <a:pt x="0" y="347939"/>
                  </a:lnTo>
                  <a:close/>
                </a:path>
              </a:pathLst>
            </a:custGeom>
            <a:blipFill>
              <a:blip r:embed="rId22"/>
              <a:stretch>
                <a:fillRect t="-7117" b="-7117"/>
              </a:stretch>
            </a:blipFill>
          </p:spPr>
        </p:sp>
      </p:grpSp>
      <p:sp>
        <p:nvSpPr>
          <p:cNvPr id="17" name="TextBox 17"/>
          <p:cNvSpPr txBox="1"/>
          <p:nvPr/>
        </p:nvSpPr>
        <p:spPr>
          <a:xfrm>
            <a:off x="2734945" y="3101975"/>
            <a:ext cx="13068300" cy="1615440"/>
          </a:xfrm>
          <a:prstGeom prst="rect">
            <a:avLst/>
          </a:prstGeom>
        </p:spPr>
        <p:txBody>
          <a:bodyPr wrap="square"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Kerj</a:t>
            </a:r>
            <a:r>
              <a:rPr lang="en-US" sz="3000">
                <a:solidFill>
                  <a:srgbClr val="424242"/>
                </a:solidFill>
                <a:latin typeface="Glacial Indifference"/>
                <a:ea typeface="Glacial Indifference"/>
                <a:cs typeface="Glacial Indifference"/>
                <a:sym typeface="Glacial Indifference"/>
              </a:rPr>
              <a:t>a sama tim sangat penting. Pemain harus saling mengatur posisi, mengantisipasi serangan lawan, dan mengatur pola serangan agar peluang mendapatkan poin lebih besar.</a:t>
            </a:r>
            <a:endParaRPr lang="en-US" sz="3000">
              <a:solidFill>
                <a:srgbClr val="424242"/>
              </a:solidFill>
              <a:latin typeface="Glacial Indifference"/>
              <a:ea typeface="Glacial Indifference"/>
              <a:cs typeface="Glacial Indifference"/>
              <a:sym typeface="Glacial Indifference"/>
            </a:endParaRPr>
          </a:p>
        </p:txBody>
      </p:sp>
      <p:sp>
        <p:nvSpPr>
          <p:cNvPr id="18" name="TextBox 18"/>
          <p:cNvSpPr txBox="1"/>
          <p:nvPr/>
        </p:nvSpPr>
        <p:spPr>
          <a:xfrm>
            <a:off x="2465070" y="1489710"/>
            <a:ext cx="13722350" cy="1307465"/>
          </a:xfrm>
          <a:prstGeom prst="rect">
            <a:avLst/>
          </a:prstGeom>
        </p:spPr>
        <p:txBody>
          <a:bodyPr wrap="square" lIns="0" tIns="0" rIns="0" bIns="0" rtlCol="0" anchor="t">
            <a:spAutoFit/>
          </a:bodyPr>
          <a:lstStyle/>
          <a:p>
            <a:pPr marL="0" lvl="0" indent="0" algn="ctr">
              <a:lnSpc>
                <a:spcPts val="10200"/>
              </a:lnSpc>
              <a:spcBef>
                <a:spcPct val="0"/>
              </a:spcBef>
            </a:pPr>
            <a:r>
              <a:rPr lang="en-US" sz="7850" b="1">
                <a:solidFill>
                  <a:srgbClr val="424242"/>
                </a:solidFill>
                <a:latin typeface="Bobby Jones Soft"/>
                <a:ea typeface="Bobby Jones Soft"/>
                <a:cs typeface="Bobby Jones Soft"/>
                <a:sym typeface="Bobby Jones Soft"/>
              </a:rPr>
              <a:t>Strateg</a:t>
            </a:r>
            <a:r>
              <a:rPr lang="en-US" sz="7850" b="1" u="none" strike="noStrike">
                <a:solidFill>
                  <a:srgbClr val="424242"/>
                </a:solidFill>
                <a:latin typeface="Bobby Jones Soft"/>
                <a:ea typeface="Bobby Jones Soft"/>
                <a:cs typeface="Bobby Jones Soft"/>
                <a:sym typeface="Bobby Jones Soft"/>
              </a:rPr>
              <a:t>i D</a:t>
            </a:r>
            <a:r>
              <a:rPr lang="en-US" sz="7850" b="1" u="none" strike="noStrike">
                <a:solidFill>
                  <a:srgbClr val="424242"/>
                </a:solidFill>
                <a:latin typeface="Bobby Jones Soft"/>
                <a:ea typeface="Bobby Jones Soft"/>
                <a:cs typeface="Bobby Jones Soft"/>
                <a:sym typeface="Bobby Jones Soft"/>
              </a:rPr>
              <a:t>asar Berm</a:t>
            </a:r>
            <a:r>
              <a:rPr lang="en-US" sz="7850" b="1" u="none" strike="noStrike">
                <a:solidFill>
                  <a:srgbClr val="424242"/>
                </a:solidFill>
                <a:latin typeface="Bobby Jones Soft"/>
                <a:ea typeface="Bobby Jones Soft"/>
                <a:cs typeface="Bobby Jones Soft"/>
                <a:sym typeface="Bobby Jones Soft"/>
              </a:rPr>
              <a:t>ain</a:t>
            </a:r>
            <a:endParaRPr lang="en-US" sz="7850" b="1" u="none" strike="noStrike">
              <a:solidFill>
                <a:srgbClr val="424242"/>
              </a:solidFill>
              <a:latin typeface="Bobby Jones Soft"/>
              <a:ea typeface="Bobby Jones Soft"/>
              <a:cs typeface="Bobby Jones Soft"/>
              <a:sym typeface="Bobby Jones Sof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2679" y="6946546"/>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a:ln cap="sq">
            <a:noFill/>
            <a:prstDash val="solid"/>
            <a:miter/>
          </a:ln>
        </p:spPr>
      </p:sp>
      <p:sp>
        <p:nvSpPr>
          <p:cNvPr id="4" name="Freeform 4"/>
          <p:cNvSpPr/>
          <p:nvPr/>
        </p:nvSpPr>
        <p:spPr>
          <a:xfrm rot="5400000">
            <a:off x="16187921" y="1947838"/>
            <a:ext cx="2142758" cy="1416563"/>
          </a:xfrm>
          <a:custGeom>
            <a:avLst/>
            <a:gdLst/>
            <a:ahLst/>
            <a:cxnLst/>
            <a:rect l="l" t="t" r="r" b="b"/>
            <a:pathLst>
              <a:path w="2142758" h="1416563">
                <a:moveTo>
                  <a:pt x="0" y="0"/>
                </a:moveTo>
                <a:lnTo>
                  <a:pt x="2142758" y="0"/>
                </a:lnTo>
                <a:lnTo>
                  <a:pt x="2142758" y="1416563"/>
                </a:lnTo>
                <a:lnTo>
                  <a:pt x="0" y="1416563"/>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a:ln cap="rnd">
            <a:noFill/>
            <a:prstDash val="solid"/>
            <a:round/>
          </a:ln>
        </p:spPr>
      </p:sp>
      <p:sp>
        <p:nvSpPr>
          <p:cNvPr id="5" name="Freeform 5"/>
          <p:cNvSpPr/>
          <p:nvPr/>
        </p:nvSpPr>
        <p:spPr>
          <a:xfrm rot="5400000">
            <a:off x="16187921" y="4477897"/>
            <a:ext cx="2142758" cy="1416563"/>
          </a:xfrm>
          <a:custGeom>
            <a:avLst/>
            <a:gdLst/>
            <a:ahLst/>
            <a:cxnLst/>
            <a:rect l="l" t="t" r="r" b="b"/>
            <a:pathLst>
              <a:path w="2142758" h="1416563">
                <a:moveTo>
                  <a:pt x="0" y="0"/>
                </a:moveTo>
                <a:lnTo>
                  <a:pt x="2142758" y="0"/>
                </a:lnTo>
                <a:lnTo>
                  <a:pt x="2142758" y="1416564"/>
                </a:lnTo>
                <a:lnTo>
                  <a:pt x="0" y="1416564"/>
                </a:lnTo>
                <a:lnTo>
                  <a:pt x="0" y="0"/>
                </a:lnTo>
                <a:close/>
              </a:path>
            </a:pathLst>
          </a:custGeom>
          <a:blipFill>
            <a:blip r:embed="rId7">
              <a:extLst>
                <a:ext uri="{96DAC541-7B7A-43D3-8B79-37D633B846F1}">
                  <asvg:svgBlip xmlns:asvg="http://schemas.microsoft.com/office/drawing/2016/SVG/main" r:embed="rId8"/>
                </a:ext>
              </a:extLst>
            </a:blip>
            <a:stretch>
              <a:fillRect b="-58185"/>
            </a:stretch>
          </a:blipFill>
          <a:ln cap="rnd">
            <a:noFill/>
            <a:prstDash val="solid"/>
            <a:round/>
          </a:ln>
        </p:spPr>
      </p:sp>
      <p:sp>
        <p:nvSpPr>
          <p:cNvPr id="6" name="Freeform 6"/>
          <p:cNvSpPr/>
          <p:nvPr/>
        </p:nvSpPr>
        <p:spPr>
          <a:xfrm>
            <a:off x="227131" y="4832170"/>
            <a:ext cx="2442141" cy="457901"/>
          </a:xfrm>
          <a:custGeom>
            <a:avLst/>
            <a:gdLst/>
            <a:ahLst/>
            <a:cxnLst/>
            <a:rect l="l" t="t" r="r" b="b"/>
            <a:pathLst>
              <a:path w="2442141" h="457901">
                <a:moveTo>
                  <a:pt x="0" y="0"/>
                </a:moveTo>
                <a:lnTo>
                  <a:pt x="2442141" y="0"/>
                </a:lnTo>
                <a:lnTo>
                  <a:pt x="2442141" y="457902"/>
                </a:lnTo>
                <a:lnTo>
                  <a:pt x="0" y="45790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sp>
      <p:sp>
        <p:nvSpPr>
          <p:cNvPr id="7" name="Freeform 7"/>
          <p:cNvSpPr/>
          <p:nvPr/>
        </p:nvSpPr>
        <p:spPr>
          <a:xfrm>
            <a:off x="428051" y="4163187"/>
            <a:ext cx="2040302" cy="392758"/>
          </a:xfrm>
          <a:custGeom>
            <a:avLst/>
            <a:gdLst/>
            <a:ahLst/>
            <a:cxnLst/>
            <a:rect l="l" t="t" r="r" b="b"/>
            <a:pathLst>
              <a:path w="2040302" h="392758">
                <a:moveTo>
                  <a:pt x="0" y="0"/>
                </a:moveTo>
                <a:lnTo>
                  <a:pt x="2040302" y="0"/>
                </a:lnTo>
                <a:lnTo>
                  <a:pt x="2040302" y="392758"/>
                </a:lnTo>
                <a:lnTo>
                  <a:pt x="0" y="392758"/>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a:off x="428051" y="1785138"/>
            <a:ext cx="4219549" cy="395583"/>
          </a:xfrm>
          <a:custGeom>
            <a:avLst/>
            <a:gdLst/>
            <a:ahLst/>
            <a:cxnLst/>
            <a:rect l="l" t="t" r="r" b="b"/>
            <a:pathLst>
              <a:path w="4219549" h="395583">
                <a:moveTo>
                  <a:pt x="0" y="0"/>
                </a:moveTo>
                <a:lnTo>
                  <a:pt x="4219549" y="0"/>
                </a:lnTo>
                <a:lnTo>
                  <a:pt x="4219549" y="395583"/>
                </a:lnTo>
                <a:lnTo>
                  <a:pt x="0" y="395583"/>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sp>
      <p:sp>
        <p:nvSpPr>
          <p:cNvPr id="9" name="Freeform 9"/>
          <p:cNvSpPr/>
          <p:nvPr/>
        </p:nvSpPr>
        <p:spPr>
          <a:xfrm rot="-5400000">
            <a:off x="17070446" y="7356021"/>
            <a:ext cx="365969" cy="1072436"/>
          </a:xfrm>
          <a:custGeom>
            <a:avLst/>
            <a:gdLst/>
            <a:ahLst/>
            <a:cxnLst/>
            <a:rect l="l" t="t" r="r" b="b"/>
            <a:pathLst>
              <a:path w="365969" h="1072436">
                <a:moveTo>
                  <a:pt x="0" y="0"/>
                </a:moveTo>
                <a:lnTo>
                  <a:pt x="365969" y="0"/>
                </a:lnTo>
                <a:lnTo>
                  <a:pt x="365969" y="1072436"/>
                </a:lnTo>
                <a:lnTo>
                  <a:pt x="0" y="1072436"/>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sp>
      <p:sp>
        <p:nvSpPr>
          <p:cNvPr id="10" name="Freeform 10"/>
          <p:cNvSpPr/>
          <p:nvPr/>
        </p:nvSpPr>
        <p:spPr>
          <a:xfrm rot="-5400000">
            <a:off x="17077997" y="6668987"/>
            <a:ext cx="362606" cy="1062583"/>
          </a:xfrm>
          <a:custGeom>
            <a:avLst/>
            <a:gdLst/>
            <a:ahLst/>
            <a:cxnLst/>
            <a:rect l="l" t="t" r="r" b="b"/>
            <a:pathLst>
              <a:path w="362606" h="1062583">
                <a:moveTo>
                  <a:pt x="0" y="0"/>
                </a:moveTo>
                <a:lnTo>
                  <a:pt x="362606" y="0"/>
                </a:lnTo>
                <a:lnTo>
                  <a:pt x="362606" y="1062583"/>
                </a:lnTo>
                <a:lnTo>
                  <a:pt x="0" y="1062583"/>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sp>
      <p:sp>
        <p:nvSpPr>
          <p:cNvPr id="11" name="Freeform 11"/>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19">
              <a:extLst>
                <a:ext uri="{96DAC541-7B7A-43D3-8B79-37D633B846F1}">
                  <asvg:svgBlip xmlns:asvg="http://schemas.microsoft.com/office/drawing/2016/SVG/main" r:embed="rId20"/>
                </a:ext>
              </a:extLst>
            </a:blip>
            <a:stretch>
              <a:fillRect t="-7346" r="-3931"/>
            </a:stretch>
          </a:blipFill>
        </p:spPr>
      </p:sp>
      <p:sp>
        <p:nvSpPr>
          <p:cNvPr id="12" name="Freeform 12"/>
          <p:cNvSpPr/>
          <p:nvPr/>
        </p:nvSpPr>
        <p:spPr>
          <a:xfrm>
            <a:off x="8844643" y="3958627"/>
            <a:ext cx="775704" cy="790526"/>
          </a:xfrm>
          <a:custGeom>
            <a:avLst/>
            <a:gdLst/>
            <a:ahLst/>
            <a:cxnLst/>
            <a:rect l="l" t="t" r="r" b="b"/>
            <a:pathLst>
              <a:path w="775704" h="790526">
                <a:moveTo>
                  <a:pt x="0" y="0"/>
                </a:moveTo>
                <a:lnTo>
                  <a:pt x="775704" y="0"/>
                </a:lnTo>
                <a:lnTo>
                  <a:pt x="775704" y="790526"/>
                </a:lnTo>
                <a:lnTo>
                  <a:pt x="0" y="79052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3" name="Freeform 13"/>
          <p:cNvSpPr/>
          <p:nvPr/>
        </p:nvSpPr>
        <p:spPr>
          <a:xfrm>
            <a:off x="8844643" y="5369155"/>
            <a:ext cx="775704" cy="790526"/>
          </a:xfrm>
          <a:custGeom>
            <a:avLst/>
            <a:gdLst/>
            <a:ahLst/>
            <a:cxnLst/>
            <a:rect l="l" t="t" r="r" b="b"/>
            <a:pathLst>
              <a:path w="775704" h="790526">
                <a:moveTo>
                  <a:pt x="0" y="0"/>
                </a:moveTo>
                <a:lnTo>
                  <a:pt x="775704" y="0"/>
                </a:lnTo>
                <a:lnTo>
                  <a:pt x="775704" y="790526"/>
                </a:lnTo>
                <a:lnTo>
                  <a:pt x="0" y="79052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4" name="Freeform 14"/>
          <p:cNvSpPr/>
          <p:nvPr/>
        </p:nvSpPr>
        <p:spPr>
          <a:xfrm>
            <a:off x="8844643" y="6841619"/>
            <a:ext cx="775704" cy="790526"/>
          </a:xfrm>
          <a:custGeom>
            <a:avLst/>
            <a:gdLst/>
            <a:ahLst/>
            <a:cxnLst/>
            <a:rect l="l" t="t" r="r" b="b"/>
            <a:pathLst>
              <a:path w="775704" h="790526">
                <a:moveTo>
                  <a:pt x="0" y="0"/>
                </a:moveTo>
                <a:lnTo>
                  <a:pt x="775704" y="0"/>
                </a:lnTo>
                <a:lnTo>
                  <a:pt x="775704" y="790526"/>
                </a:lnTo>
                <a:lnTo>
                  <a:pt x="0" y="79052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15" name="Freeform 15"/>
          <p:cNvSpPr/>
          <p:nvPr/>
        </p:nvSpPr>
        <p:spPr>
          <a:xfrm rot="74931">
            <a:off x="2537825" y="3243916"/>
            <a:ext cx="4599026" cy="5102941"/>
          </a:xfrm>
          <a:custGeom>
            <a:avLst/>
            <a:gdLst/>
            <a:ahLst/>
            <a:cxnLst/>
            <a:rect l="l" t="t" r="r" b="b"/>
            <a:pathLst>
              <a:path w="4599026" h="5102941">
                <a:moveTo>
                  <a:pt x="0" y="0"/>
                </a:moveTo>
                <a:lnTo>
                  <a:pt x="4599026" y="0"/>
                </a:lnTo>
                <a:lnTo>
                  <a:pt x="4599026" y="5102941"/>
                </a:lnTo>
                <a:lnTo>
                  <a:pt x="0" y="5102941"/>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16" name="Freeform 16"/>
          <p:cNvSpPr/>
          <p:nvPr/>
        </p:nvSpPr>
        <p:spPr>
          <a:xfrm rot="72000">
            <a:off x="3509018" y="3464744"/>
            <a:ext cx="2656640" cy="4602717"/>
          </a:xfrm>
          <a:custGeom>
            <a:avLst/>
            <a:gdLst/>
            <a:ahLst/>
            <a:cxnLst/>
            <a:rect l="l" t="t" r="r" b="b"/>
            <a:pathLst>
              <a:path w="2656640" h="4602717">
                <a:moveTo>
                  <a:pt x="0" y="0"/>
                </a:moveTo>
                <a:lnTo>
                  <a:pt x="2656640" y="0"/>
                </a:lnTo>
                <a:lnTo>
                  <a:pt x="2656640" y="4602717"/>
                </a:lnTo>
                <a:lnTo>
                  <a:pt x="0" y="4602717"/>
                </a:lnTo>
                <a:lnTo>
                  <a:pt x="0" y="0"/>
                </a:lnTo>
                <a:close/>
              </a:path>
            </a:pathLst>
          </a:custGeom>
          <a:blipFill>
            <a:blip r:embed="rId25">
              <a:extLst>
                <a:ext uri="{96DAC541-7B7A-43D3-8B79-37D633B846F1}">
                  <asvg:svgBlip xmlns:asvg="http://schemas.microsoft.com/office/drawing/2016/SVG/main" r:embed="rId26"/>
                </a:ext>
              </a:extLst>
            </a:blip>
            <a:stretch>
              <a:fillRect b="-37836"/>
            </a:stretch>
          </a:blipFill>
        </p:spPr>
      </p:sp>
      <p:sp>
        <p:nvSpPr>
          <p:cNvPr id="17" name="TextBox 17"/>
          <p:cNvSpPr txBox="1"/>
          <p:nvPr/>
        </p:nvSpPr>
        <p:spPr>
          <a:xfrm>
            <a:off x="9906113" y="3796191"/>
            <a:ext cx="6821896" cy="1057275"/>
          </a:xfrm>
          <a:prstGeom prst="rect">
            <a:avLst/>
          </a:prstGeom>
        </p:spPr>
        <p:txBody>
          <a:bodyPr lIns="0" tIns="0" rIns="0" bIns="0" rtlCol="0" anchor="t">
            <a:spAutoFit/>
          </a:bodyPr>
          <a:lstStyle/>
          <a:p>
            <a:pPr algn="l">
              <a:lnSpc>
                <a:spcPts val="4200"/>
              </a:lnSpc>
            </a:pPr>
            <a:r>
              <a:rPr lang="en-US" sz="3000">
                <a:solidFill>
                  <a:srgbClr val="424242"/>
                </a:solidFill>
                <a:latin typeface="Glacial Indifference"/>
                <a:ea typeface="Glacial Indifference"/>
                <a:cs typeface="Glacial Indifference"/>
                <a:sym typeface="Glacial Indifference"/>
              </a:rPr>
              <a:t>Meningkatkan kebugaran dan kekuatan otot.</a:t>
            </a:r>
            <a:endParaRPr lang="en-US" sz="3000">
              <a:solidFill>
                <a:srgbClr val="424242"/>
              </a:solidFill>
              <a:latin typeface="Glacial Indifference"/>
              <a:ea typeface="Glacial Indifference"/>
              <a:cs typeface="Glacial Indifference"/>
              <a:sym typeface="Glacial Indifference"/>
            </a:endParaRPr>
          </a:p>
        </p:txBody>
      </p:sp>
      <p:sp>
        <p:nvSpPr>
          <p:cNvPr id="18" name="TextBox 18"/>
          <p:cNvSpPr txBox="1"/>
          <p:nvPr/>
        </p:nvSpPr>
        <p:spPr>
          <a:xfrm>
            <a:off x="9906113" y="5469143"/>
            <a:ext cx="6821896" cy="523875"/>
          </a:xfrm>
          <a:prstGeom prst="rect">
            <a:avLst/>
          </a:prstGeom>
        </p:spPr>
        <p:txBody>
          <a:bodyPr lIns="0" tIns="0" rIns="0" bIns="0" rtlCol="0" anchor="t">
            <a:spAutoFit/>
          </a:bodyPr>
          <a:lstStyle/>
          <a:p>
            <a:pPr algn="l">
              <a:lnSpc>
                <a:spcPts val="4200"/>
              </a:lnSpc>
            </a:pPr>
            <a:r>
              <a:rPr lang="en-US" sz="3000">
                <a:solidFill>
                  <a:srgbClr val="424242"/>
                </a:solidFill>
                <a:latin typeface="Glacial Indifference"/>
                <a:ea typeface="Glacial Indifference"/>
                <a:cs typeface="Glacial Indifference"/>
                <a:sym typeface="Glacial Indifference"/>
              </a:rPr>
              <a:t>Melatih koordinasi mata dan tangan.</a:t>
            </a:r>
            <a:endParaRPr lang="en-US" sz="3000">
              <a:solidFill>
                <a:srgbClr val="424242"/>
              </a:solidFill>
              <a:latin typeface="Glacial Indifference"/>
              <a:ea typeface="Glacial Indifference"/>
              <a:cs typeface="Glacial Indifference"/>
              <a:sym typeface="Glacial Indifference"/>
            </a:endParaRPr>
          </a:p>
        </p:txBody>
      </p:sp>
      <p:sp>
        <p:nvSpPr>
          <p:cNvPr id="19" name="TextBox 19"/>
          <p:cNvSpPr txBox="1"/>
          <p:nvPr/>
        </p:nvSpPr>
        <p:spPr>
          <a:xfrm>
            <a:off x="9906113" y="6651980"/>
            <a:ext cx="6821896" cy="1057275"/>
          </a:xfrm>
          <a:prstGeom prst="rect">
            <a:avLst/>
          </a:prstGeom>
        </p:spPr>
        <p:txBody>
          <a:bodyPr lIns="0" tIns="0" rIns="0" bIns="0" rtlCol="0" anchor="t">
            <a:spAutoFit/>
          </a:bodyPr>
          <a:lstStyle/>
          <a:p>
            <a:pPr algn="l">
              <a:lnSpc>
                <a:spcPts val="4200"/>
              </a:lnSpc>
            </a:pPr>
            <a:r>
              <a:rPr lang="en-US" sz="3000">
                <a:solidFill>
                  <a:srgbClr val="424242"/>
                </a:solidFill>
                <a:latin typeface="Glacial Indifference"/>
                <a:ea typeface="Glacial Indifference"/>
                <a:cs typeface="Glacial Indifference"/>
                <a:sym typeface="Glacial Indifference"/>
              </a:rPr>
              <a:t>Mendorong kerjasama, disiplin, dan sportivitas.</a:t>
            </a:r>
            <a:endParaRPr lang="en-US" sz="3000">
              <a:solidFill>
                <a:srgbClr val="424242"/>
              </a:solidFill>
              <a:latin typeface="Glacial Indifference"/>
              <a:ea typeface="Glacial Indifference"/>
              <a:cs typeface="Glacial Indifference"/>
              <a:sym typeface="Glacial Indifference"/>
            </a:endParaRPr>
          </a:p>
        </p:txBody>
      </p:sp>
      <p:sp>
        <p:nvSpPr>
          <p:cNvPr id="20" name="TextBox 20"/>
          <p:cNvSpPr txBox="1"/>
          <p:nvPr/>
        </p:nvSpPr>
        <p:spPr>
          <a:xfrm>
            <a:off x="1677670" y="1397000"/>
            <a:ext cx="14658975" cy="1307465"/>
          </a:xfrm>
          <a:prstGeom prst="rect">
            <a:avLst/>
          </a:prstGeom>
        </p:spPr>
        <p:txBody>
          <a:bodyPr wrap="square" lIns="0" tIns="0" rIns="0" bIns="0" rtlCol="0" anchor="t">
            <a:spAutoFit/>
          </a:bodyPr>
          <a:lstStyle/>
          <a:p>
            <a:pPr marL="0" lvl="0" indent="0" algn="ctr">
              <a:lnSpc>
                <a:spcPts val="10200"/>
              </a:lnSpc>
              <a:spcBef>
                <a:spcPct val="0"/>
              </a:spcBef>
            </a:pPr>
            <a:r>
              <a:rPr lang="en-US" sz="7850" b="1">
                <a:solidFill>
                  <a:srgbClr val="424242"/>
                </a:solidFill>
                <a:latin typeface="Bobby Jones Soft"/>
                <a:ea typeface="Bobby Jones Soft"/>
                <a:cs typeface="Bobby Jones Soft"/>
                <a:sym typeface="Bobby Jones Soft"/>
              </a:rPr>
              <a:t>M</a:t>
            </a:r>
            <a:r>
              <a:rPr lang="en-US" sz="7850" b="1" u="none" strike="noStrike">
                <a:solidFill>
                  <a:srgbClr val="424242"/>
                </a:solidFill>
                <a:latin typeface="Bobby Jones Soft"/>
                <a:ea typeface="Bobby Jones Soft"/>
                <a:cs typeface="Bobby Jones Soft"/>
                <a:sym typeface="Bobby Jones Soft"/>
              </a:rPr>
              <a:t>anfaa</a:t>
            </a:r>
            <a:r>
              <a:rPr lang="en-US" sz="7850" b="1" u="none" strike="noStrike">
                <a:solidFill>
                  <a:srgbClr val="424242"/>
                </a:solidFill>
                <a:latin typeface="Bobby Jones Soft"/>
                <a:ea typeface="Bobby Jones Soft"/>
                <a:cs typeface="Bobby Jones Soft"/>
                <a:sym typeface="Bobby Jones Soft"/>
              </a:rPr>
              <a:t>t </a:t>
            </a:r>
            <a:r>
              <a:rPr lang="en-US" sz="7850" b="1" u="none" strike="noStrike">
                <a:solidFill>
                  <a:srgbClr val="424242"/>
                </a:solidFill>
                <a:latin typeface="Bobby Jones Soft"/>
                <a:ea typeface="Bobby Jones Soft"/>
                <a:cs typeface="Bobby Jones Soft"/>
                <a:sym typeface="Bobby Jones Soft"/>
              </a:rPr>
              <a:t>Bermain</a:t>
            </a:r>
            <a:r>
              <a:rPr lang="en-US" sz="7850" b="1" u="none" strike="noStrike">
                <a:solidFill>
                  <a:srgbClr val="424242"/>
                </a:solidFill>
                <a:latin typeface="Bobby Jones Soft"/>
                <a:ea typeface="Bobby Jones Soft"/>
                <a:cs typeface="Bobby Jones Soft"/>
                <a:sym typeface="Bobby Jones Soft"/>
              </a:rPr>
              <a:t> Bola</a:t>
            </a:r>
            <a:r>
              <a:rPr lang="en-US" sz="7850" b="1" u="none" strike="noStrike">
                <a:solidFill>
                  <a:srgbClr val="424242"/>
                </a:solidFill>
                <a:latin typeface="Bobby Jones Soft"/>
                <a:ea typeface="Bobby Jones Soft"/>
                <a:cs typeface="Bobby Jones Soft"/>
                <a:sym typeface="Bobby Jones Soft"/>
              </a:rPr>
              <a:t> Voli</a:t>
            </a:r>
            <a:endParaRPr lang="en-US" sz="7850" b="1" u="none" strike="noStrike">
              <a:solidFill>
                <a:srgbClr val="424242"/>
              </a:solidFill>
              <a:latin typeface="Bobby Jones Soft"/>
              <a:ea typeface="Bobby Jones Soft"/>
              <a:cs typeface="Bobby Jones Soft"/>
              <a:sym typeface="Bobby Jones Soft"/>
            </a:endParaRPr>
          </a:p>
        </p:txBody>
      </p:sp>
      <p:sp>
        <p:nvSpPr>
          <p:cNvPr id="21" name="TextBox 21"/>
          <p:cNvSpPr txBox="1"/>
          <p:nvPr/>
        </p:nvSpPr>
        <p:spPr>
          <a:xfrm>
            <a:off x="8939530" y="4055745"/>
            <a:ext cx="680720" cy="567690"/>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01</a:t>
            </a:r>
            <a:endParaRPr lang="en-US" sz="3535">
              <a:solidFill>
                <a:srgbClr val="424242"/>
              </a:solidFill>
              <a:latin typeface="Bobby Jones Soft"/>
              <a:ea typeface="Bobby Jones Soft"/>
              <a:cs typeface="Bobby Jones Soft"/>
              <a:sym typeface="Bobby Jones Soft"/>
            </a:endParaRPr>
          </a:p>
        </p:txBody>
      </p:sp>
      <p:sp>
        <p:nvSpPr>
          <p:cNvPr id="22" name="TextBox 22"/>
          <p:cNvSpPr txBox="1"/>
          <p:nvPr/>
        </p:nvSpPr>
        <p:spPr>
          <a:xfrm>
            <a:off x="8939530" y="5497830"/>
            <a:ext cx="679450" cy="594360"/>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02</a:t>
            </a:r>
            <a:endParaRPr lang="en-US" sz="3535">
              <a:solidFill>
                <a:srgbClr val="424242"/>
              </a:solidFill>
              <a:latin typeface="Bobby Jones Soft"/>
              <a:ea typeface="Bobby Jones Soft"/>
              <a:cs typeface="Bobby Jones Soft"/>
              <a:sym typeface="Bobby Jones Soft"/>
            </a:endParaRPr>
          </a:p>
        </p:txBody>
      </p:sp>
      <p:sp>
        <p:nvSpPr>
          <p:cNvPr id="23" name="TextBox 23"/>
          <p:cNvSpPr txBox="1"/>
          <p:nvPr/>
        </p:nvSpPr>
        <p:spPr>
          <a:xfrm>
            <a:off x="8939530" y="6939280"/>
            <a:ext cx="706755" cy="570865"/>
          </a:xfrm>
          <a:prstGeom prst="rect">
            <a:avLst/>
          </a:prstGeom>
        </p:spPr>
        <p:txBody>
          <a:bodyPr lIns="0" tIns="0" rIns="0" bIns="0" rtlCol="0" anchor="t">
            <a:noAutofit/>
          </a:bodyPr>
          <a:lstStyle/>
          <a:p>
            <a:pPr marL="0" lvl="0" indent="0" algn="ctr">
              <a:lnSpc>
                <a:spcPts val="4595"/>
              </a:lnSpc>
            </a:pPr>
            <a:r>
              <a:rPr lang="en-US" sz="3535">
                <a:solidFill>
                  <a:srgbClr val="424242"/>
                </a:solidFill>
                <a:latin typeface="Bobby Jones Soft"/>
                <a:ea typeface="Bobby Jones Soft"/>
                <a:cs typeface="Bobby Jones Soft"/>
                <a:sym typeface="Bobby Jones Soft"/>
              </a:rPr>
              <a:t>03</a:t>
            </a:r>
            <a:endParaRPr lang="en-US" sz="3535">
              <a:solidFill>
                <a:srgbClr val="424242"/>
              </a:solidFill>
              <a:latin typeface="Bobby Jones Soft"/>
              <a:ea typeface="Bobby Jones Soft"/>
              <a:cs typeface="Bobby Jones Soft"/>
              <a:sym typeface="Bobby Jones Sof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a:off x="712673" y="822445"/>
            <a:ext cx="16862655" cy="8642111"/>
          </a:xfrm>
          <a:custGeom>
            <a:avLst/>
            <a:gdLst/>
            <a:ahLst/>
            <a:cxnLst/>
            <a:rect l="l" t="t" r="r" b="b"/>
            <a:pathLst>
              <a:path w="16862655" h="8642111">
                <a:moveTo>
                  <a:pt x="0" y="0"/>
                </a:moveTo>
                <a:lnTo>
                  <a:pt x="16862654" y="0"/>
                </a:lnTo>
                <a:lnTo>
                  <a:pt x="16862654" y="8642110"/>
                </a:lnTo>
                <a:lnTo>
                  <a:pt x="0" y="86421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028700" y="1118180"/>
            <a:ext cx="16224731" cy="8050641"/>
          </a:xfrm>
          <a:custGeom>
            <a:avLst/>
            <a:gdLst/>
            <a:ahLst/>
            <a:cxnLst/>
            <a:rect l="l" t="t" r="r" b="b"/>
            <a:pathLst>
              <a:path w="16224731" h="8050641">
                <a:moveTo>
                  <a:pt x="0" y="0"/>
                </a:moveTo>
                <a:lnTo>
                  <a:pt x="16224731" y="0"/>
                </a:lnTo>
                <a:lnTo>
                  <a:pt x="16224731" y="8050640"/>
                </a:lnTo>
                <a:lnTo>
                  <a:pt x="0" y="8050640"/>
                </a:lnTo>
                <a:lnTo>
                  <a:pt x="0" y="0"/>
                </a:lnTo>
                <a:close/>
              </a:path>
            </a:pathLst>
          </a:custGeom>
          <a:blipFill>
            <a:blip r:embed="rId3">
              <a:extLst>
                <a:ext uri="{96DAC541-7B7A-43D3-8B79-37D633B846F1}">
                  <asvg:svgBlip xmlns:asvg="http://schemas.microsoft.com/office/drawing/2016/SVG/main" r:embed="rId4"/>
                </a:ext>
              </a:extLst>
            </a:blip>
            <a:stretch>
              <a:fillRect t="-7346" r="-3931"/>
            </a:stretch>
          </a:blipFill>
        </p:spPr>
      </p:sp>
      <p:sp>
        <p:nvSpPr>
          <p:cNvPr id="4" name="Freeform 4"/>
          <p:cNvSpPr/>
          <p:nvPr/>
        </p:nvSpPr>
        <p:spPr>
          <a:xfrm rot="-5400000">
            <a:off x="5118680" y="4840860"/>
            <a:ext cx="8050641" cy="605280"/>
          </a:xfrm>
          <a:custGeom>
            <a:avLst/>
            <a:gdLst/>
            <a:ahLst/>
            <a:cxnLst/>
            <a:rect l="l" t="t" r="r" b="b"/>
            <a:pathLst>
              <a:path w="8050641" h="605280">
                <a:moveTo>
                  <a:pt x="0" y="0"/>
                </a:moveTo>
                <a:lnTo>
                  <a:pt x="8050640" y="0"/>
                </a:lnTo>
                <a:lnTo>
                  <a:pt x="8050640" y="605280"/>
                </a:lnTo>
                <a:lnTo>
                  <a:pt x="0" y="605280"/>
                </a:lnTo>
                <a:lnTo>
                  <a:pt x="0" y="0"/>
                </a:lnTo>
                <a:close/>
              </a:path>
            </a:pathLst>
          </a:custGeom>
          <a:blipFill>
            <a:blip r:embed="rId5">
              <a:extLst>
                <a:ext uri="{96DAC541-7B7A-43D3-8B79-37D633B846F1}">
                  <asvg:svgBlip xmlns:asvg="http://schemas.microsoft.com/office/drawing/2016/SVG/main" r:embed="rId6"/>
                </a:ext>
              </a:extLst>
            </a:blip>
            <a:stretch>
              <a:fillRect b="-79559"/>
            </a:stretch>
          </a:blipFill>
        </p:spPr>
      </p:sp>
      <p:sp>
        <p:nvSpPr>
          <p:cNvPr id="5" name="Freeform 5"/>
          <p:cNvSpPr/>
          <p:nvPr/>
        </p:nvSpPr>
        <p:spPr>
          <a:xfrm rot="560267" flipH="1">
            <a:off x="13083822" y="1672707"/>
            <a:ext cx="3514027" cy="3948345"/>
          </a:xfrm>
          <a:custGeom>
            <a:avLst/>
            <a:gdLst/>
            <a:ahLst/>
            <a:cxnLst/>
            <a:rect l="l" t="t" r="r" b="b"/>
            <a:pathLst>
              <a:path w="3514027" h="3948345">
                <a:moveTo>
                  <a:pt x="3514027" y="0"/>
                </a:moveTo>
                <a:lnTo>
                  <a:pt x="0" y="0"/>
                </a:lnTo>
                <a:lnTo>
                  <a:pt x="0" y="3948345"/>
                </a:lnTo>
                <a:lnTo>
                  <a:pt x="3514027" y="3948345"/>
                </a:lnTo>
                <a:lnTo>
                  <a:pt x="3514027"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 name="Freeform 6"/>
          <p:cNvSpPr/>
          <p:nvPr/>
        </p:nvSpPr>
        <p:spPr>
          <a:xfrm rot="-186885">
            <a:off x="10005098" y="3077581"/>
            <a:ext cx="4132410" cy="4190023"/>
          </a:xfrm>
          <a:custGeom>
            <a:avLst/>
            <a:gdLst/>
            <a:ahLst/>
            <a:cxnLst/>
            <a:rect l="l" t="t" r="r" b="b"/>
            <a:pathLst>
              <a:path w="4132410" h="4190023">
                <a:moveTo>
                  <a:pt x="0" y="0"/>
                </a:moveTo>
                <a:lnTo>
                  <a:pt x="4132410" y="0"/>
                </a:lnTo>
                <a:lnTo>
                  <a:pt x="4132410" y="4190023"/>
                </a:lnTo>
                <a:lnTo>
                  <a:pt x="0" y="419002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186000" flipH="1">
            <a:off x="10844996" y="2703896"/>
            <a:ext cx="2452613" cy="3801450"/>
          </a:xfrm>
          <a:custGeom>
            <a:avLst/>
            <a:gdLst/>
            <a:ahLst/>
            <a:cxnLst/>
            <a:rect l="l" t="t" r="r" b="b"/>
            <a:pathLst>
              <a:path w="2452613" h="3801450">
                <a:moveTo>
                  <a:pt x="2452613" y="0"/>
                </a:moveTo>
                <a:lnTo>
                  <a:pt x="0" y="0"/>
                </a:lnTo>
                <a:lnTo>
                  <a:pt x="0" y="3801450"/>
                </a:lnTo>
                <a:lnTo>
                  <a:pt x="2452613" y="3801450"/>
                </a:lnTo>
                <a:lnTo>
                  <a:pt x="2452613" y="0"/>
                </a:lnTo>
                <a:close/>
              </a:path>
            </a:pathLst>
          </a:custGeom>
          <a:blipFill>
            <a:blip r:embed="rId11">
              <a:extLst>
                <a:ext uri="{96DAC541-7B7A-43D3-8B79-37D633B846F1}">
                  <asvg:svgBlip xmlns:asvg="http://schemas.microsoft.com/office/drawing/2016/SVG/main" r:embed="rId12"/>
                </a:ext>
              </a:extLst>
            </a:blip>
            <a:stretch>
              <a:fillRect b="-45802"/>
            </a:stretch>
          </a:blipFill>
        </p:spPr>
      </p:sp>
      <p:sp>
        <p:nvSpPr>
          <p:cNvPr id="8" name="Freeform 8"/>
          <p:cNvSpPr/>
          <p:nvPr/>
        </p:nvSpPr>
        <p:spPr>
          <a:xfrm rot="-512267" flipV="1">
            <a:off x="12535350" y="5538401"/>
            <a:ext cx="2997378" cy="3163460"/>
          </a:xfrm>
          <a:custGeom>
            <a:avLst/>
            <a:gdLst/>
            <a:ahLst/>
            <a:cxnLst/>
            <a:rect l="l" t="t" r="r" b="b"/>
            <a:pathLst>
              <a:path w="2997378" h="3163460">
                <a:moveTo>
                  <a:pt x="0" y="3163460"/>
                </a:moveTo>
                <a:lnTo>
                  <a:pt x="2997378" y="3163460"/>
                </a:lnTo>
                <a:lnTo>
                  <a:pt x="2997378" y="0"/>
                </a:lnTo>
                <a:lnTo>
                  <a:pt x="0" y="0"/>
                </a:lnTo>
                <a:lnTo>
                  <a:pt x="0" y="316346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9" name="TextBox 9"/>
          <p:cNvSpPr txBox="1"/>
          <p:nvPr/>
        </p:nvSpPr>
        <p:spPr>
          <a:xfrm>
            <a:off x="1681913" y="1941253"/>
            <a:ext cx="6630173" cy="1307465"/>
          </a:xfrm>
          <a:prstGeom prst="rect">
            <a:avLst/>
          </a:prstGeom>
        </p:spPr>
        <p:txBody>
          <a:bodyPr lIns="0" tIns="0" rIns="0" bIns="0" rtlCol="0" anchor="t">
            <a:spAutoFit/>
          </a:bodyPr>
          <a:lstStyle/>
          <a:p>
            <a:pPr marL="0" lvl="0" indent="0" algn="ctr">
              <a:lnSpc>
                <a:spcPts val="10200"/>
              </a:lnSpc>
              <a:spcBef>
                <a:spcPct val="0"/>
              </a:spcBef>
            </a:pPr>
            <a:r>
              <a:rPr lang="en-US" sz="7850" b="1" u="none" strike="noStrike">
                <a:solidFill>
                  <a:srgbClr val="424242"/>
                </a:solidFill>
                <a:latin typeface="Bobby Jones Soft"/>
                <a:ea typeface="Bobby Jones Soft"/>
                <a:cs typeface="Bobby Jones Soft"/>
                <a:sym typeface="Bobby Jones Soft"/>
              </a:rPr>
              <a:t>Kesimpulan</a:t>
            </a:r>
            <a:endParaRPr lang="en-US" sz="7850" b="1" u="none" strike="noStrike">
              <a:solidFill>
                <a:srgbClr val="424242"/>
              </a:solidFill>
              <a:latin typeface="Bobby Jones Soft"/>
              <a:ea typeface="Bobby Jones Soft"/>
              <a:cs typeface="Bobby Jones Soft"/>
              <a:sym typeface="Bobby Jones Soft"/>
            </a:endParaRPr>
          </a:p>
        </p:txBody>
      </p:sp>
      <p:sp>
        <p:nvSpPr>
          <p:cNvPr id="10" name="TextBox 10"/>
          <p:cNvSpPr txBox="1"/>
          <p:nvPr/>
        </p:nvSpPr>
        <p:spPr>
          <a:xfrm>
            <a:off x="1329055" y="3830955"/>
            <a:ext cx="7173595" cy="4308475"/>
          </a:xfrm>
          <a:prstGeom prst="rect">
            <a:avLst/>
          </a:prstGeom>
        </p:spPr>
        <p:txBody>
          <a:bodyPr wrap="square" lIns="0" tIns="0" rIns="0" bIns="0" rtlCol="0" anchor="t">
            <a:spAutoFit/>
          </a:bodyPr>
          <a:lstStyle/>
          <a:p>
            <a:pPr algn="just">
              <a:lnSpc>
                <a:spcPts val="4200"/>
              </a:lnSpc>
            </a:pPr>
            <a:r>
              <a:rPr lang="en-US" sz="3000">
                <a:solidFill>
                  <a:srgbClr val="424242"/>
                </a:solidFill>
                <a:latin typeface="Glacial Indifference"/>
                <a:ea typeface="Glacial Indifference"/>
                <a:cs typeface="Glacial Indifference"/>
                <a:sym typeface="Glacial Indifference"/>
              </a:rPr>
              <a:t>Bola voli merupakan permainan bola besar yang menekankan teknik, strategi, dan kerja sama. Menguasai servis, passing, dan smash serta memahami aturan dasar akan membuat permainan lebih menyenangkan dan bermanfaat bagi kesehatan.</a:t>
            </a:r>
            <a:endParaRPr lang="en-US" sz="3000">
              <a:solidFill>
                <a:srgbClr val="424242"/>
              </a:solidFill>
              <a:latin typeface="Glacial Indifference"/>
              <a:ea typeface="Glacial Indifference"/>
              <a:cs typeface="Glacial Indifference"/>
              <a:sym typeface="Glacial Indifferenc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57F50"/>
        </a:solidFill>
        <a:effectLst/>
      </p:bgPr>
    </p:bg>
    <p:spTree>
      <p:nvGrpSpPr>
        <p:cNvPr id="1" name=""/>
        <p:cNvGrpSpPr/>
        <p:nvPr/>
      </p:nvGrpSpPr>
      <p:grpSpPr>
        <a:xfrm>
          <a:off x="0" y="0"/>
          <a:ext cx="0" cy="0"/>
          <a:chOff x="0" y="0"/>
          <a:chExt cx="0" cy="0"/>
        </a:xfrm>
      </p:grpSpPr>
      <p:sp>
        <p:nvSpPr>
          <p:cNvPr id="2" name="Freeform 2"/>
          <p:cNvSpPr/>
          <p:nvPr/>
        </p:nvSpPr>
        <p:spPr>
          <a:xfrm rot="248548">
            <a:off x="5980268" y="2736911"/>
            <a:ext cx="11769630" cy="5973087"/>
          </a:xfrm>
          <a:custGeom>
            <a:avLst/>
            <a:gdLst/>
            <a:ahLst/>
            <a:cxnLst/>
            <a:rect l="l" t="t" r="r" b="b"/>
            <a:pathLst>
              <a:path w="11769630" h="5973087">
                <a:moveTo>
                  <a:pt x="0" y="0"/>
                </a:moveTo>
                <a:lnTo>
                  <a:pt x="11769630" y="0"/>
                </a:lnTo>
                <a:lnTo>
                  <a:pt x="11769630" y="5973088"/>
                </a:lnTo>
                <a:lnTo>
                  <a:pt x="0" y="5973088"/>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rot="5224479">
            <a:off x="7292355" y="1172576"/>
            <a:ext cx="2869966" cy="1897316"/>
          </a:xfrm>
          <a:custGeom>
            <a:avLst/>
            <a:gdLst/>
            <a:ahLst/>
            <a:cxnLst/>
            <a:rect l="l" t="t" r="r" b="b"/>
            <a:pathLst>
              <a:path w="2869966" h="1897316">
                <a:moveTo>
                  <a:pt x="0" y="0"/>
                </a:moveTo>
                <a:lnTo>
                  <a:pt x="2869967" y="0"/>
                </a:lnTo>
                <a:lnTo>
                  <a:pt x="2869967" y="1897316"/>
                </a:lnTo>
                <a:lnTo>
                  <a:pt x="0" y="1897316"/>
                </a:lnTo>
                <a:lnTo>
                  <a:pt x="0" y="0"/>
                </a:lnTo>
                <a:close/>
              </a:path>
            </a:pathLst>
          </a:custGeom>
          <a:blipFill>
            <a:blip r:embed="rId3">
              <a:extLst>
                <a:ext uri="{96DAC541-7B7A-43D3-8B79-37D633B846F1}">
                  <asvg:svgBlip xmlns:asvg="http://schemas.microsoft.com/office/drawing/2016/SVG/main" r:embed="rId4"/>
                </a:ext>
              </a:extLst>
            </a:blip>
            <a:stretch>
              <a:fillRect b="-58185"/>
            </a:stretch>
          </a:blipFill>
        </p:spPr>
      </p:sp>
      <p:sp>
        <p:nvSpPr>
          <p:cNvPr id="4" name="Freeform 4"/>
          <p:cNvSpPr/>
          <p:nvPr/>
        </p:nvSpPr>
        <p:spPr>
          <a:xfrm rot="5224479">
            <a:off x="7454875" y="4352918"/>
            <a:ext cx="2869966" cy="1897316"/>
          </a:xfrm>
          <a:custGeom>
            <a:avLst/>
            <a:gdLst/>
            <a:ahLst/>
            <a:cxnLst/>
            <a:rect l="l" t="t" r="r" b="b"/>
            <a:pathLst>
              <a:path w="2869966" h="1897316">
                <a:moveTo>
                  <a:pt x="0" y="0"/>
                </a:moveTo>
                <a:lnTo>
                  <a:pt x="2869966" y="0"/>
                </a:lnTo>
                <a:lnTo>
                  <a:pt x="2869966" y="1897316"/>
                </a:lnTo>
                <a:lnTo>
                  <a:pt x="0" y="1897316"/>
                </a:lnTo>
                <a:lnTo>
                  <a:pt x="0" y="0"/>
                </a:lnTo>
                <a:close/>
              </a:path>
            </a:pathLst>
          </a:custGeom>
          <a:blipFill>
            <a:blip r:embed="rId5">
              <a:extLst>
                <a:ext uri="{96DAC541-7B7A-43D3-8B79-37D633B846F1}">
                  <asvg:svgBlip xmlns:asvg="http://schemas.microsoft.com/office/drawing/2016/SVG/main" r:embed="rId6"/>
                </a:ext>
              </a:extLst>
            </a:blip>
            <a:stretch>
              <a:fillRect b="-58185"/>
            </a:stretch>
          </a:blipFill>
        </p:spPr>
      </p:sp>
      <p:sp>
        <p:nvSpPr>
          <p:cNvPr id="5" name="Freeform 5"/>
          <p:cNvSpPr/>
          <p:nvPr/>
        </p:nvSpPr>
        <p:spPr>
          <a:xfrm rot="940623">
            <a:off x="8311677" y="7257474"/>
            <a:ext cx="2387670" cy="700671"/>
          </a:xfrm>
          <a:custGeom>
            <a:avLst/>
            <a:gdLst/>
            <a:ahLst/>
            <a:cxnLst/>
            <a:rect l="l" t="t" r="r" b="b"/>
            <a:pathLst>
              <a:path w="2387670" h="700671">
                <a:moveTo>
                  <a:pt x="0" y="0"/>
                </a:moveTo>
                <a:lnTo>
                  <a:pt x="2387670" y="0"/>
                </a:lnTo>
                <a:lnTo>
                  <a:pt x="2387670" y="700671"/>
                </a:lnTo>
                <a:lnTo>
                  <a:pt x="0" y="700671"/>
                </a:lnTo>
                <a:lnTo>
                  <a:pt x="0" y="0"/>
                </a:lnTo>
                <a:close/>
              </a:path>
            </a:pathLst>
          </a:custGeom>
          <a:blipFill>
            <a:blip r:embed="rId7">
              <a:extLst>
                <a:ext uri="{96DAC541-7B7A-43D3-8B79-37D633B846F1}">
                  <asvg:svgBlip xmlns:asvg="http://schemas.microsoft.com/office/drawing/2016/SVG/main" r:embed="rId8"/>
                </a:ext>
              </a:extLst>
            </a:blip>
            <a:stretch>
              <a:fillRect l="-226060"/>
            </a:stretch>
          </a:blipFill>
        </p:spPr>
      </p:sp>
      <p:sp>
        <p:nvSpPr>
          <p:cNvPr id="6" name="Freeform 6"/>
          <p:cNvSpPr/>
          <p:nvPr/>
        </p:nvSpPr>
        <p:spPr>
          <a:xfrm rot="473245">
            <a:off x="11351547" y="657638"/>
            <a:ext cx="5590067" cy="3011648"/>
          </a:xfrm>
          <a:custGeom>
            <a:avLst/>
            <a:gdLst/>
            <a:ahLst/>
            <a:cxnLst/>
            <a:rect l="l" t="t" r="r" b="b"/>
            <a:pathLst>
              <a:path w="5590067" h="3011648">
                <a:moveTo>
                  <a:pt x="0" y="0"/>
                </a:moveTo>
                <a:lnTo>
                  <a:pt x="5590066" y="0"/>
                </a:lnTo>
                <a:lnTo>
                  <a:pt x="5590066" y="3011648"/>
                </a:lnTo>
                <a:lnTo>
                  <a:pt x="0" y="30116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7" name="Freeform 7"/>
          <p:cNvSpPr/>
          <p:nvPr/>
        </p:nvSpPr>
        <p:spPr>
          <a:xfrm rot="474000">
            <a:off x="11787587" y="1160241"/>
            <a:ext cx="1517557" cy="2286339"/>
          </a:xfrm>
          <a:custGeom>
            <a:avLst/>
            <a:gdLst/>
            <a:ahLst/>
            <a:cxnLst/>
            <a:rect l="l" t="t" r="r" b="b"/>
            <a:pathLst>
              <a:path w="1517557" h="2286339">
                <a:moveTo>
                  <a:pt x="0" y="0"/>
                </a:moveTo>
                <a:lnTo>
                  <a:pt x="1517557" y="0"/>
                </a:lnTo>
                <a:lnTo>
                  <a:pt x="1517557" y="2286339"/>
                </a:lnTo>
                <a:lnTo>
                  <a:pt x="0" y="2286339"/>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sp>
      <p:sp>
        <p:nvSpPr>
          <p:cNvPr id="8" name="Freeform 8"/>
          <p:cNvSpPr/>
          <p:nvPr/>
        </p:nvSpPr>
        <p:spPr>
          <a:xfrm rot="-501352" flipV="1">
            <a:off x="11918273" y="6795946"/>
            <a:ext cx="3326825" cy="3511160"/>
          </a:xfrm>
          <a:custGeom>
            <a:avLst/>
            <a:gdLst/>
            <a:ahLst/>
            <a:cxnLst/>
            <a:rect l="l" t="t" r="r" b="b"/>
            <a:pathLst>
              <a:path w="3326825" h="3511160">
                <a:moveTo>
                  <a:pt x="0" y="3511161"/>
                </a:moveTo>
                <a:lnTo>
                  <a:pt x="3326825" y="3511161"/>
                </a:lnTo>
                <a:lnTo>
                  <a:pt x="3326825" y="0"/>
                </a:lnTo>
                <a:lnTo>
                  <a:pt x="0" y="0"/>
                </a:lnTo>
                <a:lnTo>
                  <a:pt x="0" y="3511161"/>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9" name="Group 9"/>
          <p:cNvGrpSpPr/>
          <p:nvPr/>
        </p:nvGrpSpPr>
        <p:grpSpPr>
          <a:xfrm rot="0">
            <a:off x="347162" y="288329"/>
            <a:ext cx="9158350" cy="12218720"/>
            <a:chOff x="0" y="0"/>
            <a:chExt cx="12211133" cy="16291626"/>
          </a:xfrm>
        </p:grpSpPr>
        <p:sp>
          <p:nvSpPr>
            <p:cNvPr id="10" name="Freeform 10"/>
            <p:cNvSpPr/>
            <p:nvPr/>
          </p:nvSpPr>
          <p:spPr>
            <a:xfrm rot="-175520">
              <a:off x="393923" y="281243"/>
              <a:ext cx="11423288" cy="15729140"/>
            </a:xfrm>
            <a:custGeom>
              <a:avLst/>
              <a:gdLst/>
              <a:ahLst/>
              <a:cxnLst/>
              <a:rect l="l" t="t" r="r" b="b"/>
              <a:pathLst>
                <a:path w="11423288" h="15729140">
                  <a:moveTo>
                    <a:pt x="0" y="0"/>
                  </a:moveTo>
                  <a:lnTo>
                    <a:pt x="11423287" y="0"/>
                  </a:lnTo>
                  <a:lnTo>
                    <a:pt x="11423287" y="15729140"/>
                  </a:lnTo>
                  <a:lnTo>
                    <a:pt x="0" y="15729140"/>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11" name="Freeform 11"/>
            <p:cNvSpPr/>
            <p:nvPr/>
          </p:nvSpPr>
          <p:spPr>
            <a:xfrm rot="-175520">
              <a:off x="1016144" y="471243"/>
              <a:ext cx="1879283" cy="15729140"/>
            </a:xfrm>
            <a:custGeom>
              <a:avLst/>
              <a:gdLst/>
              <a:ahLst/>
              <a:cxnLst/>
              <a:rect l="l" t="t" r="r" b="b"/>
              <a:pathLst>
                <a:path w="1879283" h="15729140">
                  <a:moveTo>
                    <a:pt x="0" y="0"/>
                  </a:moveTo>
                  <a:lnTo>
                    <a:pt x="1879283" y="0"/>
                  </a:lnTo>
                  <a:lnTo>
                    <a:pt x="1879283" y="15729140"/>
                  </a:lnTo>
                  <a:lnTo>
                    <a:pt x="0" y="15729140"/>
                  </a:lnTo>
                  <a:lnTo>
                    <a:pt x="0" y="0"/>
                  </a:lnTo>
                  <a:close/>
                </a:path>
              </a:pathLst>
            </a:custGeom>
            <a:blipFill>
              <a:blip r:embed="rId15">
                <a:extLst>
                  <a:ext uri="{96DAC541-7B7A-43D3-8B79-37D633B846F1}">
                    <asvg:svgBlip xmlns:asvg="http://schemas.microsoft.com/office/drawing/2016/SVG/main" r:embed="rId16"/>
                  </a:ext>
                </a:extLst>
              </a:blip>
              <a:stretch>
                <a:fillRect l="-88104" r="-419749"/>
              </a:stretch>
            </a:blipFill>
          </p:spPr>
        </p:sp>
      </p:grpSp>
      <p:sp>
        <p:nvSpPr>
          <p:cNvPr id="12" name="Freeform 12"/>
          <p:cNvSpPr/>
          <p:nvPr/>
        </p:nvSpPr>
        <p:spPr>
          <a:xfrm>
            <a:off x="1946050" y="9127297"/>
            <a:ext cx="1935417" cy="1935417"/>
          </a:xfrm>
          <a:custGeom>
            <a:avLst/>
            <a:gdLst/>
            <a:ahLst/>
            <a:cxnLst/>
            <a:rect l="l" t="t" r="r" b="b"/>
            <a:pathLst>
              <a:path w="1935417" h="1935417">
                <a:moveTo>
                  <a:pt x="0" y="0"/>
                </a:moveTo>
                <a:lnTo>
                  <a:pt x="1935417" y="0"/>
                </a:lnTo>
                <a:lnTo>
                  <a:pt x="1935417" y="1935417"/>
                </a:lnTo>
                <a:lnTo>
                  <a:pt x="0" y="1935417"/>
                </a:lnTo>
                <a:lnTo>
                  <a:pt x="0" y="0"/>
                </a:lnTo>
                <a:close/>
              </a:path>
            </a:pathLst>
          </a:custGeom>
          <a:blipFill>
            <a:blip r:embed="rId17">
              <a:alphaModFix amt="15000"/>
              <a:extLst>
                <a:ext uri="{96DAC541-7B7A-43D3-8B79-37D633B846F1}">
                  <asvg:svgBlip xmlns:asvg="http://schemas.microsoft.com/office/drawing/2016/SVG/main" r:embed="rId18"/>
                </a:ext>
              </a:extLst>
            </a:blip>
            <a:stretch>
              <a:fillRect/>
            </a:stretch>
          </a:blipFill>
          <a:ln cap="sq">
            <a:noFill/>
            <a:prstDash val="solid"/>
            <a:miter/>
          </a:ln>
        </p:spPr>
      </p:sp>
      <p:sp>
        <p:nvSpPr>
          <p:cNvPr id="13" name="Freeform 13"/>
          <p:cNvSpPr/>
          <p:nvPr/>
        </p:nvSpPr>
        <p:spPr>
          <a:xfrm>
            <a:off x="4501116" y="7103250"/>
            <a:ext cx="1501223" cy="1501223"/>
          </a:xfrm>
          <a:custGeom>
            <a:avLst/>
            <a:gdLst/>
            <a:ahLst/>
            <a:cxnLst/>
            <a:rect l="l" t="t" r="r" b="b"/>
            <a:pathLst>
              <a:path w="1501223" h="1501223">
                <a:moveTo>
                  <a:pt x="0" y="0"/>
                </a:moveTo>
                <a:lnTo>
                  <a:pt x="1501223" y="0"/>
                </a:lnTo>
                <a:lnTo>
                  <a:pt x="1501223" y="1501222"/>
                </a:lnTo>
                <a:lnTo>
                  <a:pt x="0" y="1501222"/>
                </a:lnTo>
                <a:lnTo>
                  <a:pt x="0" y="0"/>
                </a:lnTo>
                <a:close/>
              </a:path>
            </a:pathLst>
          </a:custGeom>
          <a:blipFill>
            <a:blip r:embed="rId17">
              <a:alphaModFix amt="15000"/>
              <a:extLst>
                <a:ext uri="{96DAC541-7B7A-43D3-8B79-37D633B846F1}">
                  <asvg:svgBlip xmlns:asvg="http://schemas.microsoft.com/office/drawing/2016/SVG/main" r:embed="rId18"/>
                </a:ext>
              </a:extLst>
            </a:blip>
            <a:stretch>
              <a:fillRect/>
            </a:stretch>
          </a:blipFill>
          <a:ln cap="sq">
            <a:noFill/>
            <a:prstDash val="solid"/>
            <a:miter/>
          </a:ln>
        </p:spPr>
      </p:sp>
      <p:sp>
        <p:nvSpPr>
          <p:cNvPr id="14" name="Freeform 14"/>
          <p:cNvSpPr/>
          <p:nvPr/>
        </p:nvSpPr>
        <p:spPr>
          <a:xfrm>
            <a:off x="1579533" y="1413783"/>
            <a:ext cx="1334225" cy="1334225"/>
          </a:xfrm>
          <a:custGeom>
            <a:avLst/>
            <a:gdLst/>
            <a:ahLst/>
            <a:cxnLst/>
            <a:rect l="l" t="t" r="r" b="b"/>
            <a:pathLst>
              <a:path w="1334225" h="1334225">
                <a:moveTo>
                  <a:pt x="0" y="0"/>
                </a:moveTo>
                <a:lnTo>
                  <a:pt x="1334225" y="0"/>
                </a:lnTo>
                <a:lnTo>
                  <a:pt x="1334225" y="1334225"/>
                </a:lnTo>
                <a:lnTo>
                  <a:pt x="0" y="1334225"/>
                </a:lnTo>
                <a:lnTo>
                  <a:pt x="0" y="0"/>
                </a:lnTo>
                <a:close/>
              </a:path>
            </a:pathLst>
          </a:custGeom>
          <a:blipFill>
            <a:blip r:embed="rId17">
              <a:alphaModFix amt="15000"/>
              <a:extLst>
                <a:ext uri="{96DAC541-7B7A-43D3-8B79-37D633B846F1}">
                  <asvg:svgBlip xmlns:asvg="http://schemas.microsoft.com/office/drawing/2016/SVG/main" r:embed="rId18"/>
                </a:ext>
              </a:extLst>
            </a:blip>
            <a:stretch>
              <a:fillRect/>
            </a:stretch>
          </a:blipFill>
        </p:spPr>
      </p:sp>
      <p:sp>
        <p:nvSpPr>
          <p:cNvPr id="15" name="Freeform 15"/>
          <p:cNvSpPr/>
          <p:nvPr/>
        </p:nvSpPr>
        <p:spPr>
          <a:xfrm rot="-174000">
            <a:off x="4525030" y="460828"/>
            <a:ext cx="1501223" cy="983344"/>
          </a:xfrm>
          <a:custGeom>
            <a:avLst/>
            <a:gdLst/>
            <a:ahLst/>
            <a:cxnLst/>
            <a:rect l="l" t="t" r="r" b="b"/>
            <a:pathLst>
              <a:path w="1501223" h="983344">
                <a:moveTo>
                  <a:pt x="0" y="0"/>
                </a:moveTo>
                <a:lnTo>
                  <a:pt x="1501223" y="0"/>
                </a:lnTo>
                <a:lnTo>
                  <a:pt x="1501223" y="983344"/>
                </a:lnTo>
                <a:lnTo>
                  <a:pt x="0" y="983344"/>
                </a:lnTo>
                <a:lnTo>
                  <a:pt x="0" y="0"/>
                </a:lnTo>
                <a:close/>
              </a:path>
            </a:pathLst>
          </a:custGeom>
          <a:blipFill>
            <a:blip r:embed="rId17">
              <a:alphaModFix amt="15000"/>
              <a:extLst>
                <a:ext uri="{96DAC541-7B7A-43D3-8B79-37D633B846F1}">
                  <asvg:svgBlip xmlns:asvg="http://schemas.microsoft.com/office/drawing/2016/SVG/main" r:embed="rId18"/>
                </a:ext>
              </a:extLst>
            </a:blip>
            <a:stretch>
              <a:fillRect t="-52665"/>
            </a:stretch>
          </a:blipFill>
          <a:ln cap="sq">
            <a:noFill/>
            <a:prstDash val="solid"/>
            <a:miter/>
          </a:ln>
        </p:spPr>
      </p:sp>
      <p:sp>
        <p:nvSpPr>
          <p:cNvPr id="16" name="Freeform 16"/>
          <p:cNvSpPr/>
          <p:nvPr/>
        </p:nvSpPr>
        <p:spPr>
          <a:xfrm rot="-174000">
            <a:off x="8042464" y="6640101"/>
            <a:ext cx="1193601" cy="1935417"/>
          </a:xfrm>
          <a:custGeom>
            <a:avLst/>
            <a:gdLst/>
            <a:ahLst/>
            <a:cxnLst/>
            <a:rect l="l" t="t" r="r" b="b"/>
            <a:pathLst>
              <a:path w="1193601" h="1935417">
                <a:moveTo>
                  <a:pt x="0" y="0"/>
                </a:moveTo>
                <a:lnTo>
                  <a:pt x="1193601" y="0"/>
                </a:lnTo>
                <a:lnTo>
                  <a:pt x="1193601" y="1935417"/>
                </a:lnTo>
                <a:lnTo>
                  <a:pt x="0" y="1935417"/>
                </a:lnTo>
                <a:lnTo>
                  <a:pt x="0" y="0"/>
                </a:lnTo>
                <a:close/>
              </a:path>
            </a:pathLst>
          </a:custGeom>
          <a:blipFill>
            <a:blip r:embed="rId17">
              <a:alphaModFix amt="15000"/>
              <a:extLst>
                <a:ext uri="{96DAC541-7B7A-43D3-8B79-37D633B846F1}">
                  <asvg:svgBlip xmlns:asvg="http://schemas.microsoft.com/office/drawing/2016/SVG/main" r:embed="rId18"/>
                </a:ext>
              </a:extLst>
            </a:blip>
            <a:stretch>
              <a:fillRect r="-62149"/>
            </a:stretch>
          </a:blipFill>
          <a:ln cap="sq">
            <a:noFill/>
            <a:prstDash val="solid"/>
            <a:miter/>
          </a:ln>
        </p:spPr>
      </p:sp>
      <p:sp>
        <p:nvSpPr>
          <p:cNvPr id="17" name="Freeform 17"/>
          <p:cNvSpPr/>
          <p:nvPr/>
        </p:nvSpPr>
        <p:spPr>
          <a:xfrm rot="-174000">
            <a:off x="7754878" y="1057655"/>
            <a:ext cx="1193601" cy="1935417"/>
          </a:xfrm>
          <a:custGeom>
            <a:avLst/>
            <a:gdLst/>
            <a:ahLst/>
            <a:cxnLst/>
            <a:rect l="l" t="t" r="r" b="b"/>
            <a:pathLst>
              <a:path w="1193601" h="1935417">
                <a:moveTo>
                  <a:pt x="0" y="0"/>
                </a:moveTo>
                <a:lnTo>
                  <a:pt x="1193601" y="0"/>
                </a:lnTo>
                <a:lnTo>
                  <a:pt x="1193601" y="1935417"/>
                </a:lnTo>
                <a:lnTo>
                  <a:pt x="0" y="1935417"/>
                </a:lnTo>
                <a:lnTo>
                  <a:pt x="0" y="0"/>
                </a:lnTo>
                <a:close/>
              </a:path>
            </a:pathLst>
          </a:custGeom>
          <a:blipFill>
            <a:blip r:embed="rId17">
              <a:alphaModFix amt="15000"/>
              <a:extLst>
                <a:ext uri="{96DAC541-7B7A-43D3-8B79-37D633B846F1}">
                  <asvg:svgBlip xmlns:asvg="http://schemas.microsoft.com/office/drawing/2016/SVG/main" r:embed="rId18"/>
                </a:ext>
              </a:extLst>
            </a:blip>
            <a:stretch>
              <a:fillRect r="-62149"/>
            </a:stretch>
          </a:blipFill>
          <a:ln cap="sq">
            <a:noFill/>
            <a:prstDash val="solid"/>
            <a:miter/>
          </a:ln>
        </p:spPr>
      </p:sp>
      <p:sp>
        <p:nvSpPr>
          <p:cNvPr id="18" name="Freeform 18"/>
          <p:cNvSpPr/>
          <p:nvPr/>
        </p:nvSpPr>
        <p:spPr>
          <a:xfrm rot="-504000" flipH="1">
            <a:off x="12212690" y="6950676"/>
            <a:ext cx="2541900" cy="3373078"/>
          </a:xfrm>
          <a:custGeom>
            <a:avLst/>
            <a:gdLst/>
            <a:ahLst/>
            <a:cxnLst/>
            <a:rect l="l" t="t" r="r" b="b"/>
            <a:pathLst>
              <a:path w="2541900" h="3373078">
                <a:moveTo>
                  <a:pt x="2541901" y="0"/>
                </a:moveTo>
                <a:lnTo>
                  <a:pt x="0" y="0"/>
                </a:lnTo>
                <a:lnTo>
                  <a:pt x="0" y="3373078"/>
                </a:lnTo>
                <a:lnTo>
                  <a:pt x="2541901" y="3373078"/>
                </a:lnTo>
                <a:lnTo>
                  <a:pt x="2541901" y="0"/>
                </a:lnTo>
                <a:close/>
              </a:path>
            </a:pathLst>
          </a:custGeom>
          <a:blipFill>
            <a:blip r:embed="rId19">
              <a:extLst>
                <a:ext uri="{96DAC541-7B7A-43D3-8B79-37D633B846F1}">
                  <asvg:svgBlip xmlns:asvg="http://schemas.microsoft.com/office/drawing/2016/SVG/main" r:embed="rId20"/>
                </a:ext>
              </a:extLst>
            </a:blip>
            <a:stretch>
              <a:fillRect b="-58232"/>
            </a:stretch>
          </a:blipFill>
        </p:spPr>
      </p:sp>
      <p:sp>
        <p:nvSpPr>
          <p:cNvPr id="19" name="Freeform 19"/>
          <p:cNvSpPr/>
          <p:nvPr/>
        </p:nvSpPr>
        <p:spPr>
          <a:xfrm rot="474000">
            <a:off x="13061747" y="1157100"/>
            <a:ext cx="3154736" cy="2571109"/>
          </a:xfrm>
          <a:custGeom>
            <a:avLst/>
            <a:gdLst/>
            <a:ahLst/>
            <a:cxnLst/>
            <a:rect l="l" t="t" r="r" b="b"/>
            <a:pathLst>
              <a:path w="3154736" h="2571109">
                <a:moveTo>
                  <a:pt x="0" y="0"/>
                </a:moveTo>
                <a:lnTo>
                  <a:pt x="3154735" y="0"/>
                </a:lnTo>
                <a:lnTo>
                  <a:pt x="3154735" y="2571109"/>
                </a:lnTo>
                <a:lnTo>
                  <a:pt x="0" y="2571109"/>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20" name="Freeform 20"/>
          <p:cNvSpPr/>
          <p:nvPr/>
        </p:nvSpPr>
        <p:spPr>
          <a:xfrm rot="474000" flipH="1">
            <a:off x="15146511" y="1088301"/>
            <a:ext cx="1052421" cy="2681326"/>
          </a:xfrm>
          <a:custGeom>
            <a:avLst/>
            <a:gdLst/>
            <a:ahLst/>
            <a:cxnLst/>
            <a:rect l="l" t="t" r="r" b="b"/>
            <a:pathLst>
              <a:path w="1052421" h="2681326">
                <a:moveTo>
                  <a:pt x="1052421" y="0"/>
                </a:moveTo>
                <a:lnTo>
                  <a:pt x="0" y="0"/>
                </a:lnTo>
                <a:lnTo>
                  <a:pt x="0" y="2681326"/>
                </a:lnTo>
                <a:lnTo>
                  <a:pt x="1052421" y="2681326"/>
                </a:lnTo>
                <a:lnTo>
                  <a:pt x="1052421"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21" name="Freeform 21"/>
          <p:cNvSpPr/>
          <p:nvPr/>
        </p:nvSpPr>
        <p:spPr>
          <a:xfrm>
            <a:off x="13608817" y="1066800"/>
            <a:ext cx="414718" cy="414718"/>
          </a:xfrm>
          <a:custGeom>
            <a:avLst/>
            <a:gdLst/>
            <a:ahLst/>
            <a:cxnLst/>
            <a:rect l="l" t="t" r="r" b="b"/>
            <a:pathLst>
              <a:path w="414718" h="414718">
                <a:moveTo>
                  <a:pt x="0" y="0"/>
                </a:moveTo>
                <a:lnTo>
                  <a:pt x="414718" y="0"/>
                </a:lnTo>
                <a:lnTo>
                  <a:pt x="414718" y="414718"/>
                </a:lnTo>
                <a:lnTo>
                  <a:pt x="0" y="414718"/>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22" name="Freeform 22"/>
          <p:cNvSpPr/>
          <p:nvPr/>
        </p:nvSpPr>
        <p:spPr>
          <a:xfrm rot="4911293">
            <a:off x="14388422" y="654739"/>
            <a:ext cx="674178" cy="1321767"/>
          </a:xfrm>
          <a:custGeom>
            <a:avLst/>
            <a:gdLst/>
            <a:ahLst/>
            <a:cxnLst/>
            <a:rect l="l" t="t" r="r" b="b"/>
            <a:pathLst>
              <a:path w="674178" h="1321767">
                <a:moveTo>
                  <a:pt x="0" y="0"/>
                </a:moveTo>
                <a:lnTo>
                  <a:pt x="674177" y="0"/>
                </a:lnTo>
                <a:lnTo>
                  <a:pt x="674177" y="1321768"/>
                </a:lnTo>
                <a:lnTo>
                  <a:pt x="0" y="1321768"/>
                </a:lnTo>
                <a:lnTo>
                  <a:pt x="0" y="0"/>
                </a:lnTo>
                <a:close/>
              </a:path>
            </a:pathLst>
          </a:custGeom>
          <a:blipFill>
            <a:blip r:embed="rId27">
              <a:extLst>
                <a:ext uri="{96DAC541-7B7A-43D3-8B79-37D633B846F1}">
                  <asvg:svgBlip xmlns:asvg="http://schemas.microsoft.com/office/drawing/2016/SVG/main" r:embed="rId28"/>
                </a:ext>
              </a:extLst>
            </a:blip>
            <a:stretch>
              <a:fillRect t="-17382" b="-35443"/>
            </a:stretch>
          </a:blipFill>
        </p:spPr>
      </p:sp>
      <p:sp>
        <p:nvSpPr>
          <p:cNvPr id="23" name="Freeform 23"/>
          <p:cNvSpPr/>
          <p:nvPr/>
        </p:nvSpPr>
        <p:spPr>
          <a:xfrm rot="6266181">
            <a:off x="14307399" y="8489853"/>
            <a:ext cx="4192744" cy="403552"/>
          </a:xfrm>
          <a:custGeom>
            <a:avLst/>
            <a:gdLst/>
            <a:ahLst/>
            <a:cxnLst/>
            <a:rect l="l" t="t" r="r" b="b"/>
            <a:pathLst>
              <a:path w="4192744" h="403552">
                <a:moveTo>
                  <a:pt x="0" y="0"/>
                </a:moveTo>
                <a:lnTo>
                  <a:pt x="4192744" y="0"/>
                </a:lnTo>
                <a:lnTo>
                  <a:pt x="4192744" y="403552"/>
                </a:lnTo>
                <a:lnTo>
                  <a:pt x="0" y="40355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24" name="Freeform 24"/>
          <p:cNvSpPr/>
          <p:nvPr/>
        </p:nvSpPr>
        <p:spPr>
          <a:xfrm rot="1378095" flipH="1">
            <a:off x="14503795" y="5756631"/>
            <a:ext cx="2473501" cy="633835"/>
          </a:xfrm>
          <a:custGeom>
            <a:avLst/>
            <a:gdLst/>
            <a:ahLst/>
            <a:cxnLst/>
            <a:rect l="l" t="t" r="r" b="b"/>
            <a:pathLst>
              <a:path w="2473501" h="633835">
                <a:moveTo>
                  <a:pt x="2473501" y="0"/>
                </a:moveTo>
                <a:lnTo>
                  <a:pt x="0" y="0"/>
                </a:lnTo>
                <a:lnTo>
                  <a:pt x="0" y="633834"/>
                </a:lnTo>
                <a:lnTo>
                  <a:pt x="2473501" y="633834"/>
                </a:lnTo>
                <a:lnTo>
                  <a:pt x="2473501"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25" name="TextBox 25"/>
          <p:cNvSpPr txBox="1"/>
          <p:nvPr/>
        </p:nvSpPr>
        <p:spPr>
          <a:xfrm rot="-188207">
            <a:off x="1563370" y="2891790"/>
            <a:ext cx="6867525" cy="3549650"/>
          </a:xfrm>
          <a:prstGeom prst="rect">
            <a:avLst/>
          </a:prstGeom>
        </p:spPr>
        <p:txBody>
          <a:bodyPr wrap="square" lIns="0" tIns="0" rIns="0" bIns="0" rtlCol="0" anchor="t">
            <a:noAutofit/>
          </a:bodyPr>
          <a:lstStyle/>
          <a:p>
            <a:pPr marL="0" lvl="0" indent="0" algn="ctr">
              <a:lnSpc>
                <a:spcPts val="15150"/>
              </a:lnSpc>
              <a:spcBef>
                <a:spcPct val="0"/>
              </a:spcBef>
            </a:pPr>
            <a:r>
              <a:rPr lang="en-US" sz="8800" b="1">
                <a:solidFill>
                  <a:srgbClr val="FFFFFF"/>
                </a:solidFill>
                <a:latin typeface="Bobby Jones Soft"/>
                <a:ea typeface="Bobby Jones Soft"/>
                <a:cs typeface="Bobby Jones Soft"/>
                <a:sym typeface="Bobby Jones Soft"/>
              </a:rPr>
              <a:t>Terimakasih</a:t>
            </a:r>
            <a:endParaRPr lang="en-US" sz="8800" b="1">
              <a:solidFill>
                <a:srgbClr val="FFFFFF"/>
              </a:solidFill>
              <a:latin typeface="Bobby Jones Soft"/>
              <a:ea typeface="Bobby Jones Soft"/>
              <a:cs typeface="Bobby Jones Soft"/>
              <a:sym typeface="Bobby Jones Soft"/>
            </a:endParaRPr>
          </a:p>
          <a:p>
            <a:pPr marL="0" lvl="0" indent="0" algn="ctr">
              <a:lnSpc>
                <a:spcPts val="15150"/>
              </a:lnSpc>
              <a:spcBef>
                <a:spcPct val="0"/>
              </a:spcBef>
            </a:pPr>
            <a:r>
              <a:rPr lang="en-US" sz="8800" b="1">
                <a:solidFill>
                  <a:srgbClr val="FFFFFF"/>
                </a:solidFill>
                <a:latin typeface="Bobby Jones Soft"/>
                <a:ea typeface="Bobby Jones Soft"/>
                <a:cs typeface="Bobby Jones Soft"/>
                <a:sym typeface="Bobby Jones Soft"/>
              </a:rPr>
              <a:t>:)</a:t>
            </a:r>
            <a:endParaRPr lang="en-US" sz="8800" b="1">
              <a:solidFill>
                <a:srgbClr val="FFFFFF"/>
              </a:solidFill>
              <a:latin typeface="Bobby Jones Soft"/>
              <a:ea typeface="Bobby Jones Soft"/>
              <a:cs typeface="Bobby Jones Soft"/>
              <a:sym typeface="Bobby Jones Soft"/>
            </a:endParaRPr>
          </a:p>
        </p:txBody>
      </p:sp>
      <p:sp>
        <p:nvSpPr>
          <p:cNvPr id="27" name="TextBox 27"/>
          <p:cNvSpPr txBox="1"/>
          <p:nvPr/>
        </p:nvSpPr>
        <p:spPr>
          <a:xfrm rot="245999">
            <a:off x="11314471" y="4620393"/>
            <a:ext cx="3636679" cy="1341120"/>
          </a:xfrm>
          <a:prstGeom prst="rect">
            <a:avLst/>
          </a:prstGeom>
        </p:spPr>
        <p:txBody>
          <a:bodyPr lIns="0" tIns="0" rIns="0" bIns="0" rtlCol="0" anchor="t">
            <a:spAutoFit/>
          </a:bodyPr>
          <a:lstStyle/>
          <a:p>
            <a:pPr marL="0" lvl="0" indent="0" algn="ctr">
              <a:lnSpc>
                <a:spcPts val="5230"/>
              </a:lnSpc>
            </a:pPr>
            <a:r>
              <a:rPr lang="en-US" sz="3735" b="1">
                <a:solidFill>
                  <a:srgbClr val="424242"/>
                </a:solidFill>
                <a:latin typeface="Glacial Indifference"/>
                <a:ea typeface="Glacial Indifference"/>
                <a:cs typeface="Glacial Indifference"/>
                <a:sym typeface="Glacial Indifference"/>
              </a:rPr>
              <a:t>Semoga Bermanfaat!</a:t>
            </a:r>
            <a:endParaRPr lang="en-US" sz="3735" b="1">
              <a:solidFill>
                <a:srgbClr val="424242"/>
              </a:solidFill>
              <a:latin typeface="Glacial Indifference"/>
              <a:ea typeface="Glacial Indifference"/>
              <a:cs typeface="Glacial Indifference"/>
              <a:sym typeface="Glacial Indifferenc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2731</Words>
  <Application>WPS Presentation</Application>
  <PresentationFormat>On-screen Show (4:3)</PresentationFormat>
  <Paragraphs>111</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Bobby Jones Soft</vt:lpstr>
      <vt:lpstr>Segoe Print</vt:lpstr>
      <vt:lpstr>Glacial Indifference Bold</vt:lpstr>
      <vt:lpstr>Glacial Indifference</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Belajar Permainan Bola Voli Presentasi Ilustrasi</dc:title>
  <dc:creator/>
  <cp:lastModifiedBy>Marfika Sayekti</cp:lastModifiedBy>
  <cp:revision>3</cp:revision>
  <dcterms:created xsi:type="dcterms:W3CDTF">2006-08-16T00:00:00Z</dcterms:created>
  <dcterms:modified xsi:type="dcterms:W3CDTF">2026-08-23T14:51:02Z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68B048ACAA3A40CFB3C33431F3F5D422_12</vt:lpwstr>
  </property>
</Properties>
</file>