
<file path=[Content_Types].xml><?xml version="1.0" encoding="utf-8"?>
<Types xmlns="http://schemas.openxmlformats.org/package/2006/content-types">
  <Default ContentType="application/x-fontdata" Extension="fntdata"/>
  <Default ContentType="image/jpeg" Extension="jpeg"/>
  <Default ContentType="audio/m4a" Extension="m4a"/>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heering Section" charset="1" panose="00000000000000000000"/>
      <p:regular r:id="rId18"/>
    </p:embeddedFont>
    <p:embeddedFont>
      <p:font typeface="Quicksand Bold" charset="1" panose="00000000000000000000"/>
      <p:regular r:id="rId19"/>
    </p:embeddedFont>
    <p:embeddedFont>
      <p:font typeface="Quicksand"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37.jpeg" Type="http://schemas.openxmlformats.org/officeDocument/2006/relationships/image"/><Relationship Id="rId13" Target="../media/aAGqerF3yA0.m4a" Type="http://schemas.microsoft.com/office/2007/relationships/media"/><Relationship Id="rId14" Target="../media/aAGqerF3yA0.m4a" Type="http://schemas.openxmlformats.org/officeDocument/2006/relationships/audio"/><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23.png" Type="http://schemas.openxmlformats.org/officeDocument/2006/relationships/image"/><Relationship Id="rId15" Target="../media/image24.svg" Type="http://schemas.openxmlformats.org/officeDocument/2006/relationships/image"/><Relationship Id="rId16" Target="../media/image25.png" Type="http://schemas.openxmlformats.org/officeDocument/2006/relationships/image"/><Relationship Id="rId17" Target="../media/image26.sv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11.png" Type="http://schemas.openxmlformats.org/officeDocument/2006/relationships/image"/><Relationship Id="rId20" Target="../media/image29.png" Type="http://schemas.openxmlformats.org/officeDocument/2006/relationships/image"/><Relationship Id="rId21" Target="../media/image30.sv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37.png" Type="http://schemas.openxmlformats.org/officeDocument/2006/relationships/image"/><Relationship Id="rId13" Target="../media/image38.svg" Type="http://schemas.openxmlformats.org/officeDocument/2006/relationships/image"/><Relationship Id="rId14" Target="../media/image39.png" Type="http://schemas.openxmlformats.org/officeDocument/2006/relationships/image"/><Relationship Id="rId15" Target="../media/image40.svg" Type="http://schemas.openxmlformats.org/officeDocument/2006/relationships/image"/><Relationship Id="rId16" Target="../media/image41.png" Type="http://schemas.openxmlformats.org/officeDocument/2006/relationships/image"/><Relationship Id="rId17" Target="../media/image42.svg" Type="http://schemas.openxmlformats.org/officeDocument/2006/relationships/image"/><Relationship Id="rId18" Target="../media/image43.png" Type="http://schemas.openxmlformats.org/officeDocument/2006/relationships/image"/><Relationship Id="rId19" Target="../media/image44.svg" Type="http://schemas.openxmlformats.org/officeDocument/2006/relationships/image"/><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png" Type="http://schemas.openxmlformats.org/officeDocument/2006/relationships/image"/><Relationship Id="rId11" Target="../media/image54.svg" Type="http://schemas.openxmlformats.org/officeDocument/2006/relationships/image"/><Relationship Id="rId12" Target="../media/image55.png" Type="http://schemas.openxmlformats.org/officeDocument/2006/relationships/image"/><Relationship Id="rId13" Target="../media/image56.svg" Type="http://schemas.openxmlformats.org/officeDocument/2006/relationships/image"/><Relationship Id="rId14" Target="../media/image57.png" Type="http://schemas.openxmlformats.org/officeDocument/2006/relationships/image"/><Relationship Id="rId15" Target="../media/image58.svg" Type="http://schemas.openxmlformats.org/officeDocument/2006/relationships/image"/><Relationship Id="rId16" Target="../media/image59.png" Type="http://schemas.openxmlformats.org/officeDocument/2006/relationships/image"/><Relationship Id="rId17" Target="../media/image60.svg" Type="http://schemas.openxmlformats.org/officeDocument/2006/relationships/image"/><Relationship Id="rId18" Target="../media/image61.png" Type="http://schemas.openxmlformats.org/officeDocument/2006/relationships/image"/><Relationship Id="rId19" Target="../media/image62.svg" Type="http://schemas.openxmlformats.org/officeDocument/2006/relationships/image"/><Relationship Id="rId2" Target="../media/image45.png" Type="http://schemas.openxmlformats.org/officeDocument/2006/relationships/image"/><Relationship Id="rId20" Target="../media/image63.png" Type="http://schemas.openxmlformats.org/officeDocument/2006/relationships/image"/><Relationship Id="rId21" Target="../media/image64.svg" Type="http://schemas.openxmlformats.org/officeDocument/2006/relationships/image"/><Relationship Id="rId22" Target="../media/image65.png" Type="http://schemas.openxmlformats.org/officeDocument/2006/relationships/image"/><Relationship Id="rId23" Target="../media/image66.sv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media/image51.png" Type="http://schemas.openxmlformats.org/officeDocument/2006/relationships/image"/><Relationship Id="rId9" Target="../media/image5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3.png" Type="http://schemas.openxmlformats.org/officeDocument/2006/relationships/image"/><Relationship Id="rId11" Target="../media/image74.svg" Type="http://schemas.openxmlformats.org/officeDocument/2006/relationships/image"/><Relationship Id="rId12" Target="../media/image75.png" Type="http://schemas.openxmlformats.org/officeDocument/2006/relationships/image"/><Relationship Id="rId13" Target="../media/image76.svg" Type="http://schemas.openxmlformats.org/officeDocument/2006/relationships/image"/><Relationship Id="rId14" Target="../media/image61.png" Type="http://schemas.openxmlformats.org/officeDocument/2006/relationships/image"/><Relationship Id="rId15" Target="../media/image62.svg" Type="http://schemas.openxmlformats.org/officeDocument/2006/relationships/image"/><Relationship Id="rId16" Target="../media/image77.png" Type="http://schemas.openxmlformats.org/officeDocument/2006/relationships/image"/><Relationship Id="rId17" Target="../media/image78.svg" Type="http://schemas.openxmlformats.org/officeDocument/2006/relationships/image"/><Relationship Id="rId18" Target="../media/image79.png" Type="http://schemas.openxmlformats.org/officeDocument/2006/relationships/image"/><Relationship Id="rId19" Target="../media/image80.svg" Type="http://schemas.openxmlformats.org/officeDocument/2006/relationships/image"/><Relationship Id="rId2" Target="../media/image67.png" Type="http://schemas.openxmlformats.org/officeDocument/2006/relationships/image"/><Relationship Id="rId20" Target="../media/image81.png" Type="http://schemas.openxmlformats.org/officeDocument/2006/relationships/image"/><Relationship Id="rId21" Target="../media/image82.svg" Type="http://schemas.openxmlformats.org/officeDocument/2006/relationships/image"/><Relationship Id="rId3" Target="../media/image68.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69.png" Type="http://schemas.openxmlformats.org/officeDocument/2006/relationships/image"/><Relationship Id="rId7" Target="../media/image70.svg" Type="http://schemas.openxmlformats.org/officeDocument/2006/relationships/image"/><Relationship Id="rId8" Target="../media/image71.png" Type="http://schemas.openxmlformats.org/officeDocument/2006/relationships/image"/><Relationship Id="rId9" Target="../media/image7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7.png" Type="http://schemas.openxmlformats.org/officeDocument/2006/relationships/image"/><Relationship Id="rId11" Target="../media/image8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89.png" Type="http://schemas.openxmlformats.org/officeDocument/2006/relationships/image"/><Relationship Id="rId15" Target="../media/image90.svg" Type="http://schemas.openxmlformats.org/officeDocument/2006/relationships/image"/><Relationship Id="rId2" Target="../media/image83.png" Type="http://schemas.openxmlformats.org/officeDocument/2006/relationships/image"/><Relationship Id="rId3" Target="../media/image84.svg" Type="http://schemas.openxmlformats.org/officeDocument/2006/relationships/image"/><Relationship Id="rId4" Target="../media/image85.png" Type="http://schemas.openxmlformats.org/officeDocument/2006/relationships/image"/><Relationship Id="rId5" Target="../media/image8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3.png" Type="http://schemas.openxmlformats.org/officeDocument/2006/relationships/image"/><Relationship Id="rId11" Target="../media/image9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95.png" Type="http://schemas.openxmlformats.org/officeDocument/2006/relationships/image"/><Relationship Id="rId15" Target="../media/image96.svg" Type="http://schemas.openxmlformats.org/officeDocument/2006/relationships/image"/><Relationship Id="rId16" Target="../media/image97.png" Type="http://schemas.openxmlformats.org/officeDocument/2006/relationships/image"/><Relationship Id="rId17" Target="../media/image98.svg" Type="http://schemas.openxmlformats.org/officeDocument/2006/relationships/image"/><Relationship Id="rId18" Target="../media/image99.png" Type="http://schemas.openxmlformats.org/officeDocument/2006/relationships/image"/><Relationship Id="rId19" Target="../media/image100.svg" Type="http://schemas.openxmlformats.org/officeDocument/2006/relationships/image"/><Relationship Id="rId2" Target="../media/image91.png" Type="http://schemas.openxmlformats.org/officeDocument/2006/relationships/image"/><Relationship Id="rId3" Target="../media/image92.svg" Type="http://schemas.openxmlformats.org/officeDocument/2006/relationships/image"/><Relationship Id="rId4" Target="../media/image73.png" Type="http://schemas.openxmlformats.org/officeDocument/2006/relationships/image"/><Relationship Id="rId5" Target="../media/image74.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3.png" Type="http://schemas.openxmlformats.org/officeDocument/2006/relationships/image"/><Relationship Id="rId11" Target="../media/image74.svg" Type="http://schemas.openxmlformats.org/officeDocument/2006/relationships/image"/><Relationship Id="rId12" Target="../media/image107.png" Type="http://schemas.openxmlformats.org/officeDocument/2006/relationships/image"/><Relationship Id="rId13" Target="../media/image108.svg" Type="http://schemas.openxmlformats.org/officeDocument/2006/relationships/image"/><Relationship Id="rId14" Target="../media/image109.png" Type="http://schemas.openxmlformats.org/officeDocument/2006/relationships/image"/><Relationship Id="rId15" Target="../media/image110.svg" Type="http://schemas.openxmlformats.org/officeDocument/2006/relationships/image"/><Relationship Id="rId16" Target="../media/image79.png" Type="http://schemas.openxmlformats.org/officeDocument/2006/relationships/image"/><Relationship Id="rId17" Target="../media/image80.svg" Type="http://schemas.openxmlformats.org/officeDocument/2006/relationships/image"/><Relationship Id="rId18" Target="../media/image111.png" Type="http://schemas.openxmlformats.org/officeDocument/2006/relationships/image"/><Relationship Id="rId19" Target="../media/image112.svg" Type="http://schemas.openxmlformats.org/officeDocument/2006/relationships/image"/><Relationship Id="rId2" Target="../media/image101.png" Type="http://schemas.openxmlformats.org/officeDocument/2006/relationships/image"/><Relationship Id="rId20" Target="../media/image113.png" Type="http://schemas.openxmlformats.org/officeDocument/2006/relationships/image"/><Relationship Id="rId21" Target="../media/image114.svg" Type="http://schemas.openxmlformats.org/officeDocument/2006/relationships/image"/><Relationship Id="rId22" Target="../media/image115.png" Type="http://schemas.openxmlformats.org/officeDocument/2006/relationships/image"/><Relationship Id="rId23" Target="../media/image116.svg" Type="http://schemas.openxmlformats.org/officeDocument/2006/relationships/image"/><Relationship Id="rId3" Target="../media/image10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03.png" Type="http://schemas.openxmlformats.org/officeDocument/2006/relationships/image"/><Relationship Id="rId7" Target="../media/image104.svg" Type="http://schemas.openxmlformats.org/officeDocument/2006/relationships/image"/><Relationship Id="rId8" Target="../media/image105.png" Type="http://schemas.openxmlformats.org/officeDocument/2006/relationships/image"/><Relationship Id="rId9" Target="../media/image10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3.png" Type="http://schemas.openxmlformats.org/officeDocument/2006/relationships/image"/><Relationship Id="rId11" Target="../media/image124.svg" Type="http://schemas.openxmlformats.org/officeDocument/2006/relationships/image"/><Relationship Id="rId12" Target="../media/image73.png" Type="http://schemas.openxmlformats.org/officeDocument/2006/relationships/image"/><Relationship Id="rId13" Target="../media/image74.svg" Type="http://schemas.openxmlformats.org/officeDocument/2006/relationships/image"/><Relationship Id="rId2" Target="../media/image117.png" Type="http://schemas.openxmlformats.org/officeDocument/2006/relationships/image"/><Relationship Id="rId3" Target="../media/image11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9.png" Type="http://schemas.openxmlformats.org/officeDocument/2006/relationships/image"/><Relationship Id="rId7" Target="../media/image120.svg" Type="http://schemas.openxmlformats.org/officeDocument/2006/relationships/image"/><Relationship Id="rId8" Target="../media/image121.png" Type="http://schemas.openxmlformats.org/officeDocument/2006/relationships/image"/><Relationship Id="rId9" Target="../media/image12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3.png" Type="http://schemas.openxmlformats.org/officeDocument/2006/relationships/image"/><Relationship Id="rId11" Target="../media/image7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25.png" Type="http://schemas.openxmlformats.org/officeDocument/2006/relationships/image"/><Relationship Id="rId3" Target="../media/image126.svg" Type="http://schemas.openxmlformats.org/officeDocument/2006/relationships/image"/><Relationship Id="rId4" Target="../media/image127.png" Type="http://schemas.openxmlformats.org/officeDocument/2006/relationships/image"/><Relationship Id="rId5" Target="../media/image128.svg" Type="http://schemas.openxmlformats.org/officeDocument/2006/relationships/image"/><Relationship Id="rId6" Target="../media/image129.png" Type="http://schemas.openxmlformats.org/officeDocument/2006/relationships/image"/><Relationship Id="rId7" Target="../media/image130.svg" Type="http://schemas.openxmlformats.org/officeDocument/2006/relationships/image"/><Relationship Id="rId8" Target="../media/image93.png" Type="http://schemas.openxmlformats.org/officeDocument/2006/relationships/image"/><Relationship Id="rId9" Target="../media/image9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31.png" Type="http://schemas.openxmlformats.org/officeDocument/2006/relationships/image"/><Relationship Id="rId3" Target="../media/image132.svg" Type="http://schemas.openxmlformats.org/officeDocument/2006/relationships/image"/><Relationship Id="rId4" Target="../media/image133.png" Type="http://schemas.openxmlformats.org/officeDocument/2006/relationships/image"/><Relationship Id="rId5" Target="../media/image134.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1.png" Type="http://schemas.openxmlformats.org/officeDocument/2006/relationships/image"/><Relationship Id="rId11" Target="../media/image11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135.png" Type="http://schemas.openxmlformats.org/officeDocument/2006/relationships/image"/><Relationship Id="rId3" Target="../media/image13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09.png" Type="http://schemas.openxmlformats.org/officeDocument/2006/relationships/image"/><Relationship Id="rId7" Target="../media/image110.svg" Type="http://schemas.openxmlformats.org/officeDocument/2006/relationships/image"/><Relationship Id="rId8" Target="../media/image79.png" Type="http://schemas.openxmlformats.org/officeDocument/2006/relationships/image"/><Relationship Id="rId9" Target="../media/image8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912000">
            <a:off x="2048089" y="540328"/>
            <a:ext cx="2311927" cy="4550706"/>
            <a:chOff x="0" y="0"/>
            <a:chExt cx="887611" cy="1747139"/>
          </a:xfrm>
        </p:grpSpPr>
        <p:sp>
          <p:nvSpPr>
            <p:cNvPr name="Freeform 3" id="3"/>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4" id="4"/>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912000">
            <a:off x="13983715" y="540328"/>
            <a:ext cx="2311927" cy="4550706"/>
            <a:chOff x="0" y="0"/>
            <a:chExt cx="887611" cy="1747139"/>
          </a:xfrm>
        </p:grpSpPr>
        <p:sp>
          <p:nvSpPr>
            <p:cNvPr name="Freeform 6" id="6"/>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7" id="7"/>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TextBox 8" id="8"/>
          <p:cNvSpPr txBox="true"/>
          <p:nvPr/>
        </p:nvSpPr>
        <p:spPr>
          <a:xfrm rot="0">
            <a:off x="3347848" y="2427413"/>
            <a:ext cx="11592303" cy="3572182"/>
          </a:xfrm>
          <a:prstGeom prst="rect">
            <a:avLst/>
          </a:prstGeom>
        </p:spPr>
        <p:txBody>
          <a:bodyPr anchor="t" rtlCol="false" tIns="0" lIns="0" bIns="0" rIns="0">
            <a:spAutoFit/>
          </a:bodyPr>
          <a:lstStyle/>
          <a:p>
            <a:pPr algn="ctr" marL="0" indent="0" lvl="0">
              <a:lnSpc>
                <a:spcPts val="13705"/>
              </a:lnSpc>
              <a:spcBef>
                <a:spcPct val="0"/>
              </a:spcBef>
            </a:pPr>
            <a:r>
              <a:rPr lang="en-US" sz="13705" spc="411">
                <a:solidFill>
                  <a:srgbClr val="3D3636"/>
                </a:solidFill>
                <a:latin typeface="Cheering Section"/>
                <a:ea typeface="Cheering Section"/>
                <a:cs typeface="Cheering Section"/>
                <a:sym typeface="Cheering Section"/>
              </a:rPr>
              <a:t>P</a:t>
            </a:r>
            <a:r>
              <a:rPr lang="en-US" sz="13705" spc="411" strike="noStrike" u="none">
                <a:solidFill>
                  <a:srgbClr val="3D3636"/>
                </a:solidFill>
                <a:latin typeface="Cheering Section"/>
                <a:ea typeface="Cheering Section"/>
                <a:cs typeface="Cheering Section"/>
                <a:sym typeface="Cheering Section"/>
              </a:rPr>
              <a:t>ERMAINAN BULU TANGKIS</a:t>
            </a:r>
          </a:p>
        </p:txBody>
      </p:sp>
      <p:sp>
        <p:nvSpPr>
          <p:cNvPr name="Freeform 9" id="9"/>
          <p:cNvSpPr/>
          <p:nvPr/>
        </p:nvSpPr>
        <p:spPr>
          <a:xfrm flipH="false" flipV="false" rot="0">
            <a:off x="-4124953" y="8745203"/>
            <a:ext cx="26537907" cy="3416756"/>
          </a:xfrm>
          <a:custGeom>
            <a:avLst/>
            <a:gdLst/>
            <a:ahLst/>
            <a:cxnLst/>
            <a:rect r="r" b="b" t="t" l="l"/>
            <a:pathLst>
              <a:path h="3416756" w="26537907">
                <a:moveTo>
                  <a:pt x="0" y="0"/>
                </a:moveTo>
                <a:lnTo>
                  <a:pt x="26537906" y="0"/>
                </a:lnTo>
                <a:lnTo>
                  <a:pt x="26537906" y="3416755"/>
                </a:lnTo>
                <a:lnTo>
                  <a:pt x="0" y="34167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146983" y="6260473"/>
            <a:ext cx="9994034" cy="2114228"/>
          </a:xfrm>
          <a:prstGeom prst="rect">
            <a:avLst/>
          </a:prstGeom>
        </p:spPr>
        <p:txBody>
          <a:bodyPr anchor="t" rtlCol="false" tIns="0" lIns="0" bIns="0" rIns="0">
            <a:spAutoFit/>
          </a:bodyPr>
          <a:lstStyle/>
          <a:p>
            <a:pPr algn="ctr">
              <a:lnSpc>
                <a:spcPts val="4217"/>
              </a:lnSpc>
            </a:pPr>
            <a:r>
              <a:rPr lang="en-US" sz="3012" b="true">
                <a:solidFill>
                  <a:srgbClr val="3D3636"/>
                </a:solidFill>
                <a:latin typeface="Quicksand Bold"/>
                <a:ea typeface="Quicksand Bold"/>
                <a:cs typeface="Quicksand Bold"/>
                <a:sym typeface="Quicksand Bold"/>
              </a:rPr>
              <a:t>MUCHTAR AJI HIDAYAT</a:t>
            </a:r>
          </a:p>
          <a:p>
            <a:pPr algn="ctr">
              <a:lnSpc>
                <a:spcPts val="4217"/>
              </a:lnSpc>
            </a:pPr>
            <a:r>
              <a:rPr lang="en-US" sz="3012" b="true">
                <a:solidFill>
                  <a:srgbClr val="3D3636"/>
                </a:solidFill>
                <a:latin typeface="Quicksand Bold"/>
                <a:ea typeface="Quicksand Bold"/>
                <a:cs typeface="Quicksand Bold"/>
                <a:sym typeface="Quicksand Bold"/>
              </a:rPr>
              <a:t>25105260434</a:t>
            </a:r>
          </a:p>
          <a:p>
            <a:pPr algn="ctr">
              <a:lnSpc>
                <a:spcPts val="4217"/>
              </a:lnSpc>
            </a:pPr>
            <a:r>
              <a:rPr lang="en-US" sz="3012" b="true">
                <a:solidFill>
                  <a:srgbClr val="3D3636"/>
                </a:solidFill>
                <a:latin typeface="Quicksand Bold"/>
                <a:ea typeface="Quicksand Bold"/>
                <a:cs typeface="Quicksand Bold"/>
                <a:sym typeface="Quicksand Bold"/>
              </a:rPr>
              <a:t>PJOK</a:t>
            </a:r>
          </a:p>
          <a:p>
            <a:pPr algn="ctr">
              <a:lnSpc>
                <a:spcPts val="4217"/>
              </a:lnSpc>
              <a:spcBef>
                <a:spcPct val="0"/>
              </a:spcBef>
            </a:pPr>
            <a:r>
              <a:rPr lang="en-US" b="true" sz="3012">
                <a:solidFill>
                  <a:srgbClr val="3D3636"/>
                </a:solidFill>
                <a:latin typeface="Quicksand Bold"/>
                <a:ea typeface="Quicksand Bold"/>
                <a:cs typeface="Quicksand Bold"/>
                <a:sym typeface="Quicksand Bold"/>
              </a:rPr>
              <a:t>PPL PPG UNY</a:t>
            </a:r>
          </a:p>
        </p:txBody>
      </p:sp>
      <p:sp>
        <p:nvSpPr>
          <p:cNvPr name="Freeform 11" id="11"/>
          <p:cNvSpPr/>
          <p:nvPr/>
        </p:nvSpPr>
        <p:spPr>
          <a:xfrm flipH="false" flipV="false" rot="-991383">
            <a:off x="-1414598" y="2177951"/>
            <a:ext cx="6525889" cy="7332460"/>
          </a:xfrm>
          <a:custGeom>
            <a:avLst/>
            <a:gdLst/>
            <a:ahLst/>
            <a:cxnLst/>
            <a:rect r="r" b="b" t="t" l="l"/>
            <a:pathLst>
              <a:path h="7332460" w="6525889">
                <a:moveTo>
                  <a:pt x="0" y="0"/>
                </a:moveTo>
                <a:lnTo>
                  <a:pt x="6525889" y="0"/>
                </a:lnTo>
                <a:lnTo>
                  <a:pt x="6525889" y="7332459"/>
                </a:lnTo>
                <a:lnTo>
                  <a:pt x="0" y="73324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false" rot="0">
            <a:off x="14503155" y="1401361"/>
            <a:ext cx="7159696" cy="8561669"/>
          </a:xfrm>
          <a:custGeom>
            <a:avLst/>
            <a:gdLst/>
            <a:ahLst/>
            <a:cxnLst/>
            <a:rect r="r" b="b" t="t" l="l"/>
            <a:pathLst>
              <a:path h="8561669" w="7159696">
                <a:moveTo>
                  <a:pt x="7159696" y="0"/>
                </a:moveTo>
                <a:lnTo>
                  <a:pt x="0" y="0"/>
                </a:lnTo>
                <a:lnTo>
                  <a:pt x="0" y="8561669"/>
                </a:lnTo>
                <a:lnTo>
                  <a:pt x="7159696" y="8561669"/>
                </a:lnTo>
                <a:lnTo>
                  <a:pt x="715969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216428">
            <a:off x="14725639" y="3705821"/>
            <a:ext cx="468992" cy="705251"/>
          </a:xfrm>
          <a:custGeom>
            <a:avLst/>
            <a:gdLst/>
            <a:ahLst/>
            <a:cxnLst/>
            <a:rect r="r" b="b" t="t" l="l"/>
            <a:pathLst>
              <a:path h="705251" w="468992">
                <a:moveTo>
                  <a:pt x="0" y="0"/>
                </a:moveTo>
                <a:lnTo>
                  <a:pt x="468992" y="0"/>
                </a:lnTo>
                <a:lnTo>
                  <a:pt x="468992" y="705251"/>
                </a:lnTo>
                <a:lnTo>
                  <a:pt x="0" y="7052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913140">
            <a:off x="723703" y="-7305662"/>
            <a:ext cx="1724546" cy="8569170"/>
          </a:xfrm>
          <a:custGeom>
            <a:avLst/>
            <a:gdLst/>
            <a:ahLst/>
            <a:cxnLst/>
            <a:rect r="r" b="b" t="t" l="l"/>
            <a:pathLst>
              <a:path h="8569170" w="1724546">
                <a:moveTo>
                  <a:pt x="0" y="0"/>
                </a:moveTo>
                <a:lnTo>
                  <a:pt x="1724546" y="0"/>
                </a:lnTo>
                <a:lnTo>
                  <a:pt x="1724546" y="8569170"/>
                </a:lnTo>
                <a:lnTo>
                  <a:pt x="0" y="85691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912000">
            <a:off x="15841048" y="-7305662"/>
            <a:ext cx="1724546" cy="8569170"/>
          </a:xfrm>
          <a:custGeom>
            <a:avLst/>
            <a:gdLst/>
            <a:ahLst/>
            <a:cxnLst/>
            <a:rect r="r" b="b" t="t" l="l"/>
            <a:pathLst>
              <a:path h="8569170" w="1724546">
                <a:moveTo>
                  <a:pt x="0" y="0"/>
                </a:moveTo>
                <a:lnTo>
                  <a:pt x="1724545" y="0"/>
                </a:lnTo>
                <a:lnTo>
                  <a:pt x="1724545" y="8569170"/>
                </a:lnTo>
                <a:lnTo>
                  <a:pt x="0" y="85691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4146983" y="1661610"/>
            <a:ext cx="9994034" cy="508628"/>
          </a:xfrm>
          <a:prstGeom prst="rect">
            <a:avLst/>
          </a:prstGeom>
        </p:spPr>
        <p:txBody>
          <a:bodyPr anchor="t" rtlCol="false" tIns="0" lIns="0" bIns="0" rIns="0">
            <a:spAutoFit/>
          </a:bodyPr>
          <a:lstStyle/>
          <a:p>
            <a:pPr algn="ctr">
              <a:lnSpc>
                <a:spcPts val="4217"/>
              </a:lnSpc>
              <a:spcBef>
                <a:spcPct val="0"/>
              </a:spcBef>
            </a:pPr>
            <a:r>
              <a:rPr lang="en-US" sz="3012">
                <a:solidFill>
                  <a:srgbClr val="3D3636"/>
                </a:solidFill>
                <a:latin typeface="Quicksand"/>
                <a:ea typeface="Quicksand"/>
                <a:cs typeface="Quicksand"/>
                <a:sym typeface="Quicksand"/>
              </a:rPr>
              <a:t>Aktiv</a:t>
            </a:r>
            <a:r>
              <a:rPr lang="en-US" sz="3012">
                <a:solidFill>
                  <a:srgbClr val="3D3636"/>
                </a:solidFill>
                <a:latin typeface="Quicksand"/>
                <a:ea typeface="Quicksand"/>
                <a:cs typeface="Quicksand"/>
                <a:sym typeface="Quicksand"/>
              </a:rPr>
              <a:t>itas Permainan Bola Kecil: </a:t>
            </a:r>
          </a:p>
        </p:txBody>
      </p:sp>
      <p:pic>
        <p:nvPicPr>
          <p:cNvPr name="Picture 17" id="17">
            <a:hlinkClick action="ppaction://media"/>
          </p:cNvPr>
          <p:cNvPicPr>
            <a:picLocks noChangeAspect="true"/>
          </p:cNvPicPr>
          <p:nvPr>
            <a:audioFile r:link="rId14"/>
            <p:extLst>
              <p:ext uri="{DAA4B4D4-6D71-4841-9C94-3DE7FCFB9230}">
                <p14:media xmlns:p14="http://schemas.microsoft.com/office/powerpoint/2010/main" r:embed="rId13"/>
              </p:ext>
            </p:extLst>
          </p:nvPr>
        </p:nvPicPr>
        <p:blipFill>
          <a:blip r:embed="rId12"/>
          <a:stretch>
            <a:fillRect/>
          </a:stretch>
        </p:blipFill>
        <p:spPr>
          <a:xfrm>
            <a:off x="8629650" y="4629150"/>
            <a:ext cx="1028700" cy="1028700"/>
          </a:xfrm>
          <a:prstGeom prst="rect">
            <a:avLst/>
          </a:prstGeom>
        </p:spPr>
      </p:pic>
    </p:spTree>
  </p:cSld>
  <p:clrMapOvr>
    <a:masterClrMapping/>
  </p:clrMapOvr>
  <p:timing>
    <p:tnLst>
      <p:par>
        <p:cTn dur="indefinite" restart="never" nodeType="tmRoot">
          <p:childTnLst>
            <p:cmd cmd="playFrom(0.0)">
              <p:cBhvr>
                <p:cTn/>
                <p:tgtEl>
                  <p:spTgt spid="17"/>
                </p:tgtEl>
              </p:cBhvr>
            </p:cmd>
            <p:audio>
              <p:cMediaNode vol="100000" showWhenStopped="false">
                <p:cTn/>
                <p:tgtEl>
                  <p:spTgt spid="17"/>
                </p:tgtEl>
              </p:cMediaNode>
            </p:audio>
          </p:childTnLst>
        </p:cTn>
      </p:par>
    </p:tnLst>
  </p:timing>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331826" y="9258300"/>
            <a:ext cx="26951652" cy="3470025"/>
          </a:xfrm>
          <a:custGeom>
            <a:avLst/>
            <a:gdLst/>
            <a:ahLst/>
            <a:cxnLst/>
            <a:rect r="r" b="b" t="t" l="l"/>
            <a:pathLst>
              <a:path h="3470025" w="26951652">
                <a:moveTo>
                  <a:pt x="0" y="0"/>
                </a:moveTo>
                <a:lnTo>
                  <a:pt x="26951652" y="0"/>
                </a:lnTo>
                <a:lnTo>
                  <a:pt x="26951652" y="3470025"/>
                </a:lnTo>
                <a:lnTo>
                  <a:pt x="0" y="34700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3154500" y="9258300"/>
            <a:ext cx="11979000" cy="2141246"/>
          </a:xfrm>
          <a:custGeom>
            <a:avLst/>
            <a:gdLst/>
            <a:ahLst/>
            <a:cxnLst/>
            <a:rect r="r" b="b" t="t" l="l"/>
            <a:pathLst>
              <a:path h="2141246" w="11979000">
                <a:moveTo>
                  <a:pt x="0" y="0"/>
                </a:moveTo>
                <a:lnTo>
                  <a:pt x="11979000" y="0"/>
                </a:lnTo>
                <a:lnTo>
                  <a:pt x="11979000" y="2141246"/>
                </a:lnTo>
                <a:lnTo>
                  <a:pt x="0" y="21412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6624758" y="5903907"/>
            <a:ext cx="5816043" cy="4742498"/>
          </a:xfrm>
          <a:custGeom>
            <a:avLst/>
            <a:gdLst/>
            <a:ahLst/>
            <a:cxnLst/>
            <a:rect r="r" b="b" t="t" l="l"/>
            <a:pathLst>
              <a:path h="4742498" w="5816043">
                <a:moveTo>
                  <a:pt x="0" y="0"/>
                </a:moveTo>
                <a:lnTo>
                  <a:pt x="5816043" y="0"/>
                </a:lnTo>
                <a:lnTo>
                  <a:pt x="5816043" y="4742498"/>
                </a:lnTo>
                <a:lnTo>
                  <a:pt x="0" y="47424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11983430" y="5083144"/>
            <a:ext cx="3724383" cy="5534686"/>
          </a:xfrm>
          <a:custGeom>
            <a:avLst/>
            <a:gdLst/>
            <a:ahLst/>
            <a:cxnLst/>
            <a:rect r="r" b="b" t="t" l="l"/>
            <a:pathLst>
              <a:path h="5534686" w="3724383">
                <a:moveTo>
                  <a:pt x="0" y="0"/>
                </a:moveTo>
                <a:lnTo>
                  <a:pt x="3724383" y="0"/>
                </a:lnTo>
                <a:lnTo>
                  <a:pt x="3724383" y="5534686"/>
                </a:lnTo>
                <a:lnTo>
                  <a:pt x="0" y="55346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3327867" y="2554983"/>
            <a:ext cx="5480057" cy="6697848"/>
          </a:xfrm>
          <a:custGeom>
            <a:avLst/>
            <a:gdLst/>
            <a:ahLst/>
            <a:cxnLst/>
            <a:rect r="r" b="b" t="t" l="l"/>
            <a:pathLst>
              <a:path h="6697848" w="5480057">
                <a:moveTo>
                  <a:pt x="0" y="0"/>
                </a:moveTo>
                <a:lnTo>
                  <a:pt x="5480057" y="0"/>
                </a:lnTo>
                <a:lnTo>
                  <a:pt x="5480057" y="6697848"/>
                </a:lnTo>
                <a:lnTo>
                  <a:pt x="0" y="6697848"/>
                </a:lnTo>
                <a:lnTo>
                  <a:pt x="0" y="0"/>
                </a:lnTo>
                <a:close/>
              </a:path>
            </a:pathLst>
          </a:custGeom>
          <a:blipFill>
            <a:blip r:embed="rId10">
              <a:extLst>
                <a:ext uri="{96DAC541-7B7A-43D3-8B79-37D633B846F1}">
                  <asvg:svgBlip xmlns:asvg="http://schemas.microsoft.com/office/drawing/2016/SVG/main" r:embed="rId11"/>
                </a:ext>
              </a:extLst>
            </a:blip>
            <a:stretch>
              <a:fillRect l="-56261" t="-1013" r="-159836" b="-10841"/>
            </a:stretch>
          </a:blipFill>
        </p:spPr>
      </p:sp>
      <p:sp>
        <p:nvSpPr>
          <p:cNvPr name="Freeform 7" id="7"/>
          <p:cNvSpPr/>
          <p:nvPr/>
        </p:nvSpPr>
        <p:spPr>
          <a:xfrm flipH="false" flipV="false" rot="0">
            <a:off x="1028700" y="4998966"/>
            <a:ext cx="4980625" cy="5938152"/>
          </a:xfrm>
          <a:custGeom>
            <a:avLst/>
            <a:gdLst/>
            <a:ahLst/>
            <a:cxnLst/>
            <a:rect r="r" b="b" t="t" l="l"/>
            <a:pathLst>
              <a:path h="5938152" w="4980625">
                <a:moveTo>
                  <a:pt x="0" y="0"/>
                </a:moveTo>
                <a:lnTo>
                  <a:pt x="4980625" y="0"/>
                </a:lnTo>
                <a:lnTo>
                  <a:pt x="4980625" y="5938153"/>
                </a:lnTo>
                <a:lnTo>
                  <a:pt x="0" y="593815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12931229" y="469675"/>
            <a:ext cx="7315200" cy="3895344"/>
          </a:xfrm>
          <a:custGeom>
            <a:avLst/>
            <a:gdLst/>
            <a:ahLst/>
            <a:cxnLst/>
            <a:rect r="r" b="b" t="t" l="l"/>
            <a:pathLst>
              <a:path h="3895344" w="7315200">
                <a:moveTo>
                  <a:pt x="0" y="0"/>
                </a:moveTo>
                <a:lnTo>
                  <a:pt x="7315200" y="0"/>
                </a:lnTo>
                <a:lnTo>
                  <a:pt x="7315200" y="3895344"/>
                </a:lnTo>
                <a:lnTo>
                  <a:pt x="0" y="389534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0">
            <a:off x="1563301" y="2417347"/>
            <a:ext cx="374650" cy="374650"/>
          </a:xfrm>
          <a:custGeom>
            <a:avLst/>
            <a:gdLst/>
            <a:ahLst/>
            <a:cxnLst/>
            <a:rect r="r" b="b" t="t" l="l"/>
            <a:pathLst>
              <a:path h="374650" w="374650">
                <a:moveTo>
                  <a:pt x="0" y="0"/>
                </a:moveTo>
                <a:lnTo>
                  <a:pt x="374651" y="0"/>
                </a:lnTo>
                <a:lnTo>
                  <a:pt x="374651" y="374650"/>
                </a:lnTo>
                <a:lnTo>
                  <a:pt x="0" y="3746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1563301" y="3115847"/>
            <a:ext cx="374650" cy="374650"/>
          </a:xfrm>
          <a:custGeom>
            <a:avLst/>
            <a:gdLst/>
            <a:ahLst/>
            <a:cxnLst/>
            <a:rect r="r" b="b" t="t" l="l"/>
            <a:pathLst>
              <a:path h="374650" w="374650">
                <a:moveTo>
                  <a:pt x="0" y="0"/>
                </a:moveTo>
                <a:lnTo>
                  <a:pt x="374651" y="0"/>
                </a:lnTo>
                <a:lnTo>
                  <a:pt x="374651" y="374650"/>
                </a:lnTo>
                <a:lnTo>
                  <a:pt x="0" y="3746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0">
            <a:off x="1563301" y="3814347"/>
            <a:ext cx="374650" cy="374650"/>
          </a:xfrm>
          <a:custGeom>
            <a:avLst/>
            <a:gdLst/>
            <a:ahLst/>
            <a:cxnLst/>
            <a:rect r="r" b="b" t="t" l="l"/>
            <a:pathLst>
              <a:path h="374650" w="374650">
                <a:moveTo>
                  <a:pt x="0" y="0"/>
                </a:moveTo>
                <a:lnTo>
                  <a:pt x="374651" y="0"/>
                </a:lnTo>
                <a:lnTo>
                  <a:pt x="374651" y="374650"/>
                </a:lnTo>
                <a:lnTo>
                  <a:pt x="0" y="3746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3558670" y="-3470601"/>
            <a:ext cx="1290616" cy="4037808"/>
          </a:xfrm>
          <a:custGeom>
            <a:avLst/>
            <a:gdLst/>
            <a:ahLst/>
            <a:cxnLst/>
            <a:rect r="r" b="b" t="t" l="l"/>
            <a:pathLst>
              <a:path h="4037808" w="1290616">
                <a:moveTo>
                  <a:pt x="0" y="0"/>
                </a:moveTo>
                <a:lnTo>
                  <a:pt x="1290616" y="0"/>
                </a:lnTo>
                <a:lnTo>
                  <a:pt x="1290616" y="4037808"/>
                </a:lnTo>
                <a:lnTo>
                  <a:pt x="0" y="4037808"/>
                </a:lnTo>
                <a:lnTo>
                  <a:pt x="0" y="0"/>
                </a:lnTo>
                <a:close/>
              </a:path>
            </a:pathLst>
          </a:custGeom>
          <a:blipFill>
            <a:blip r:embed="rId18">
              <a:extLst>
                <a:ext uri="{96DAC541-7B7A-43D3-8B79-37D633B846F1}">
                  <asvg:svgBlip xmlns:asvg="http://schemas.microsoft.com/office/drawing/2016/SVG/main" r:embed="rId19"/>
                </a:ext>
              </a:extLst>
            </a:blip>
            <a:stretch>
              <a:fillRect l="-26852" t="0" r="-268491" b="-63314"/>
            </a:stretch>
          </a:blipFill>
        </p:spPr>
      </p:sp>
      <p:grpSp>
        <p:nvGrpSpPr>
          <p:cNvPr name="Group 13" id="13"/>
          <p:cNvGrpSpPr/>
          <p:nvPr/>
        </p:nvGrpSpPr>
        <p:grpSpPr>
          <a:xfrm rot="912000">
            <a:off x="8883585" y="16197335"/>
            <a:ext cx="2311927" cy="4550706"/>
            <a:chOff x="0" y="0"/>
            <a:chExt cx="887611" cy="1747139"/>
          </a:xfrm>
        </p:grpSpPr>
        <p:sp>
          <p:nvSpPr>
            <p:cNvPr name="Freeform 14" id="14"/>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15" id="15"/>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true" flipV="false" rot="0">
            <a:off x="15751747" y="6066661"/>
            <a:ext cx="4494681" cy="3567653"/>
          </a:xfrm>
          <a:custGeom>
            <a:avLst/>
            <a:gdLst/>
            <a:ahLst/>
            <a:cxnLst/>
            <a:rect r="r" b="b" t="t" l="l"/>
            <a:pathLst>
              <a:path h="3567653" w="4494681">
                <a:moveTo>
                  <a:pt x="4494682" y="0"/>
                </a:moveTo>
                <a:lnTo>
                  <a:pt x="0" y="0"/>
                </a:lnTo>
                <a:lnTo>
                  <a:pt x="0" y="3567653"/>
                </a:lnTo>
                <a:lnTo>
                  <a:pt x="4494682" y="3567653"/>
                </a:lnTo>
                <a:lnTo>
                  <a:pt x="4494682"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AutoShape 17" id="17"/>
          <p:cNvSpPr/>
          <p:nvPr/>
        </p:nvSpPr>
        <p:spPr>
          <a:xfrm flipH="true" flipV="true">
            <a:off x="16012741" y="1526125"/>
            <a:ext cx="0" cy="2157095"/>
          </a:xfrm>
          <a:prstGeom prst="line">
            <a:avLst/>
          </a:prstGeom>
          <a:ln cap="flat" w="38100">
            <a:solidFill>
              <a:srgbClr val="FFFFFF"/>
            </a:solidFill>
            <a:prstDash val="solid"/>
            <a:headEnd type="none" len="sm" w="sm"/>
            <a:tailEnd type="none" len="sm" w="sm"/>
          </a:ln>
        </p:spPr>
      </p:sp>
      <p:sp>
        <p:nvSpPr>
          <p:cNvPr name="TextBox 18" id="18"/>
          <p:cNvSpPr txBox="true"/>
          <p:nvPr/>
        </p:nvSpPr>
        <p:spPr>
          <a:xfrm rot="0">
            <a:off x="1563301" y="1171575"/>
            <a:ext cx="8054899" cy="920750"/>
          </a:xfrm>
          <a:prstGeom prst="rect">
            <a:avLst/>
          </a:prstGeom>
        </p:spPr>
        <p:txBody>
          <a:bodyPr anchor="t" rtlCol="false" tIns="0" lIns="0" bIns="0" rIns="0">
            <a:spAutoFit/>
          </a:bodyPr>
          <a:lstStyle/>
          <a:p>
            <a:pPr algn="l" marL="0" indent="0" lvl="0">
              <a:lnSpc>
                <a:spcPts val="6999"/>
              </a:lnSpc>
              <a:spcBef>
                <a:spcPct val="0"/>
              </a:spcBef>
            </a:pPr>
            <a:r>
              <a:rPr lang="en-US" sz="6999" spc="209" strike="noStrike" u="none">
                <a:solidFill>
                  <a:srgbClr val="3D3636"/>
                </a:solidFill>
                <a:latin typeface="Cheering Section"/>
                <a:ea typeface="Cheering Section"/>
                <a:cs typeface="Cheering Section"/>
                <a:sym typeface="Cheering Section"/>
              </a:rPr>
              <a:t>AYO DISKUSI!</a:t>
            </a:r>
          </a:p>
        </p:txBody>
      </p:sp>
      <p:sp>
        <p:nvSpPr>
          <p:cNvPr name="TextBox 19" id="19"/>
          <p:cNvSpPr txBox="true"/>
          <p:nvPr/>
        </p:nvSpPr>
        <p:spPr>
          <a:xfrm rot="0">
            <a:off x="13845622" y="1583275"/>
            <a:ext cx="1841119" cy="423407"/>
          </a:xfrm>
          <a:prstGeom prst="rect">
            <a:avLst/>
          </a:prstGeom>
        </p:spPr>
        <p:txBody>
          <a:bodyPr anchor="t" rtlCol="false" tIns="0" lIns="0" bIns="0" rIns="0">
            <a:spAutoFit/>
          </a:bodyPr>
          <a:lstStyle/>
          <a:p>
            <a:pPr algn="ctr" marL="0" indent="0" lvl="0">
              <a:lnSpc>
                <a:spcPts val="3169"/>
              </a:lnSpc>
              <a:spcBef>
                <a:spcPct val="0"/>
              </a:spcBef>
            </a:pPr>
            <a:r>
              <a:rPr lang="en-US" sz="3169" spc="95">
                <a:solidFill>
                  <a:srgbClr val="3D3636"/>
                </a:solidFill>
                <a:latin typeface="Cheering Section"/>
                <a:ea typeface="Cheering Section"/>
                <a:cs typeface="Cheering Section"/>
                <a:sym typeface="Cheering Section"/>
              </a:rPr>
              <a:t>PEMAIN 1</a:t>
            </a:r>
          </a:p>
        </p:txBody>
      </p:sp>
      <p:sp>
        <p:nvSpPr>
          <p:cNvPr name="TextBox 20" id="20"/>
          <p:cNvSpPr txBox="true"/>
          <p:nvPr/>
        </p:nvSpPr>
        <p:spPr>
          <a:xfrm rot="0">
            <a:off x="16338740" y="1583275"/>
            <a:ext cx="1841119" cy="423407"/>
          </a:xfrm>
          <a:prstGeom prst="rect">
            <a:avLst/>
          </a:prstGeom>
        </p:spPr>
        <p:txBody>
          <a:bodyPr anchor="t" rtlCol="false" tIns="0" lIns="0" bIns="0" rIns="0">
            <a:spAutoFit/>
          </a:bodyPr>
          <a:lstStyle/>
          <a:p>
            <a:pPr algn="ctr" marL="0" indent="0" lvl="0">
              <a:lnSpc>
                <a:spcPts val="3169"/>
              </a:lnSpc>
              <a:spcBef>
                <a:spcPct val="0"/>
              </a:spcBef>
            </a:pPr>
            <a:r>
              <a:rPr lang="en-US" sz="3169" spc="95">
                <a:solidFill>
                  <a:srgbClr val="3D3636"/>
                </a:solidFill>
                <a:latin typeface="Cheering Section"/>
                <a:ea typeface="Cheering Section"/>
                <a:cs typeface="Cheering Section"/>
                <a:sym typeface="Cheering Section"/>
              </a:rPr>
              <a:t>PEMAIN 2</a:t>
            </a:r>
          </a:p>
        </p:txBody>
      </p:sp>
      <p:sp>
        <p:nvSpPr>
          <p:cNvPr name="TextBox 21" id="21"/>
          <p:cNvSpPr txBox="true"/>
          <p:nvPr/>
        </p:nvSpPr>
        <p:spPr>
          <a:xfrm rot="0">
            <a:off x="2199815" y="2369722"/>
            <a:ext cx="8054899" cy="422275"/>
          </a:xfrm>
          <a:prstGeom prst="rect">
            <a:avLst/>
          </a:prstGeom>
        </p:spPr>
        <p:txBody>
          <a:bodyPr anchor="t" rtlCol="false" tIns="0" lIns="0" bIns="0" rIns="0">
            <a:spAutoFit/>
          </a:bodyPr>
          <a:lstStyle/>
          <a:p>
            <a:pPr algn="l">
              <a:lnSpc>
                <a:spcPts val="3499"/>
              </a:lnSpc>
              <a:spcBef>
                <a:spcPct val="0"/>
              </a:spcBef>
            </a:pPr>
            <a:r>
              <a:rPr lang="en-US" sz="2499">
                <a:solidFill>
                  <a:srgbClr val="3D3636"/>
                </a:solidFill>
                <a:latin typeface="Quicksand"/>
                <a:ea typeface="Quicksand"/>
                <a:cs typeface="Quicksand"/>
                <a:sym typeface="Quicksand"/>
              </a:rPr>
              <a:t>Pernahkah kam</a:t>
            </a:r>
            <a:r>
              <a:rPr lang="en-US" sz="2499">
                <a:solidFill>
                  <a:srgbClr val="3D3636"/>
                </a:solidFill>
                <a:latin typeface="Quicksand"/>
                <a:ea typeface="Quicksand"/>
                <a:cs typeface="Quicksand"/>
                <a:sym typeface="Quicksand"/>
              </a:rPr>
              <a:t>u bermain bulu tangkis?</a:t>
            </a:r>
          </a:p>
        </p:txBody>
      </p:sp>
      <p:sp>
        <p:nvSpPr>
          <p:cNvPr name="TextBox 22" id="22"/>
          <p:cNvSpPr txBox="true"/>
          <p:nvPr/>
        </p:nvSpPr>
        <p:spPr>
          <a:xfrm rot="0">
            <a:off x="2199815" y="3069394"/>
            <a:ext cx="8519220" cy="422275"/>
          </a:xfrm>
          <a:prstGeom prst="rect">
            <a:avLst/>
          </a:prstGeom>
        </p:spPr>
        <p:txBody>
          <a:bodyPr anchor="t" rtlCol="false" tIns="0" lIns="0" bIns="0" rIns="0">
            <a:spAutoFit/>
          </a:bodyPr>
          <a:lstStyle/>
          <a:p>
            <a:pPr algn="l">
              <a:lnSpc>
                <a:spcPts val="3499"/>
              </a:lnSpc>
              <a:spcBef>
                <a:spcPct val="0"/>
              </a:spcBef>
            </a:pPr>
            <a:r>
              <a:rPr lang="en-US" sz="2499">
                <a:solidFill>
                  <a:srgbClr val="3D3636"/>
                </a:solidFill>
                <a:latin typeface="Quicksand"/>
                <a:ea typeface="Quicksand"/>
                <a:cs typeface="Quicksand"/>
                <a:sym typeface="Quicksand"/>
              </a:rPr>
              <a:t>Mengapa bulu tangkis termas</a:t>
            </a:r>
            <a:r>
              <a:rPr lang="en-US" sz="2499">
                <a:solidFill>
                  <a:srgbClr val="3D3636"/>
                </a:solidFill>
                <a:latin typeface="Quicksand"/>
                <a:ea typeface="Quicksand"/>
                <a:cs typeface="Quicksand"/>
                <a:sym typeface="Quicksand"/>
              </a:rPr>
              <a:t>uk permainan bola kecil?</a:t>
            </a:r>
          </a:p>
        </p:txBody>
      </p:sp>
      <p:sp>
        <p:nvSpPr>
          <p:cNvPr name="TextBox 23" id="23"/>
          <p:cNvSpPr txBox="true"/>
          <p:nvPr/>
        </p:nvSpPr>
        <p:spPr>
          <a:xfrm rot="0">
            <a:off x="2199815" y="3769066"/>
            <a:ext cx="8054899" cy="860425"/>
          </a:xfrm>
          <a:prstGeom prst="rect">
            <a:avLst/>
          </a:prstGeom>
        </p:spPr>
        <p:txBody>
          <a:bodyPr anchor="t" rtlCol="false" tIns="0" lIns="0" bIns="0" rIns="0">
            <a:spAutoFit/>
          </a:bodyPr>
          <a:lstStyle/>
          <a:p>
            <a:pPr algn="l">
              <a:lnSpc>
                <a:spcPts val="3499"/>
              </a:lnSpc>
              <a:spcBef>
                <a:spcPct val="0"/>
              </a:spcBef>
            </a:pPr>
            <a:r>
              <a:rPr lang="en-US" sz="2499">
                <a:solidFill>
                  <a:srgbClr val="3D3636"/>
                </a:solidFill>
                <a:latin typeface="Quicksand"/>
                <a:ea typeface="Quicksand"/>
                <a:cs typeface="Quicksand"/>
                <a:sym typeface="Quicksand"/>
              </a:rPr>
              <a:t>Menurutmu, kemampuan apa yang paling penting dalam</a:t>
            </a:r>
            <a:r>
              <a:rPr lang="en-US" sz="2499">
                <a:solidFill>
                  <a:srgbClr val="3D3636"/>
                </a:solidFill>
                <a:latin typeface="Quicksand"/>
                <a:ea typeface="Quicksand"/>
                <a:cs typeface="Quicksand"/>
                <a:sym typeface="Quicksand"/>
              </a:rPr>
              <a:t> bermain bulu tangkis?</a:t>
            </a:r>
          </a:p>
        </p:txBody>
      </p:sp>
      <p:sp>
        <p:nvSpPr>
          <p:cNvPr name="TextBox 24" id="24"/>
          <p:cNvSpPr txBox="true"/>
          <p:nvPr/>
        </p:nvSpPr>
        <p:spPr>
          <a:xfrm rot="0">
            <a:off x="14379991" y="2216231"/>
            <a:ext cx="867758" cy="1466988"/>
          </a:xfrm>
          <a:prstGeom prst="rect">
            <a:avLst/>
          </a:prstGeom>
        </p:spPr>
        <p:txBody>
          <a:bodyPr anchor="t" rtlCol="false" tIns="0" lIns="0" bIns="0" rIns="0">
            <a:spAutoFit/>
          </a:bodyPr>
          <a:lstStyle/>
          <a:p>
            <a:pPr algn="ctr" marL="0" indent="0" lvl="0">
              <a:lnSpc>
                <a:spcPts val="11033"/>
              </a:lnSpc>
              <a:spcBef>
                <a:spcPct val="0"/>
              </a:spcBef>
            </a:pPr>
            <a:r>
              <a:rPr lang="en-US" sz="11033" spc="331">
                <a:solidFill>
                  <a:srgbClr val="3D3636"/>
                </a:solidFill>
                <a:latin typeface="Cheering Section"/>
                <a:ea typeface="Cheering Section"/>
                <a:cs typeface="Cheering Section"/>
                <a:sym typeface="Cheering Section"/>
              </a:rPr>
              <a:t>4</a:t>
            </a:r>
          </a:p>
        </p:txBody>
      </p:sp>
      <p:sp>
        <p:nvSpPr>
          <p:cNvPr name="TextBox 25" id="25"/>
          <p:cNvSpPr txBox="true"/>
          <p:nvPr/>
        </p:nvSpPr>
        <p:spPr>
          <a:xfrm rot="0">
            <a:off x="17001435" y="2216231"/>
            <a:ext cx="867758" cy="1466988"/>
          </a:xfrm>
          <a:prstGeom prst="rect">
            <a:avLst/>
          </a:prstGeom>
        </p:spPr>
        <p:txBody>
          <a:bodyPr anchor="t" rtlCol="false" tIns="0" lIns="0" bIns="0" rIns="0">
            <a:spAutoFit/>
          </a:bodyPr>
          <a:lstStyle/>
          <a:p>
            <a:pPr algn="ctr" marL="0" indent="0" lvl="0">
              <a:lnSpc>
                <a:spcPts val="11033"/>
              </a:lnSpc>
              <a:spcBef>
                <a:spcPct val="0"/>
              </a:spcBef>
            </a:pPr>
            <a:r>
              <a:rPr lang="en-US" sz="11033" spc="331">
                <a:solidFill>
                  <a:srgbClr val="3D3636"/>
                </a:solidFill>
                <a:latin typeface="Cheering Section"/>
                <a:ea typeface="Cheering Section"/>
                <a:cs typeface="Cheering Section"/>
                <a:sym typeface="Cheering Section"/>
              </a:rPr>
              <a:t>2</a:t>
            </a:r>
          </a:p>
        </p:txBody>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912000">
            <a:off x="15347821" y="540328"/>
            <a:ext cx="2311927" cy="4550706"/>
            <a:chOff x="0" y="0"/>
            <a:chExt cx="887611" cy="1747139"/>
          </a:xfrm>
        </p:grpSpPr>
        <p:sp>
          <p:nvSpPr>
            <p:cNvPr name="Freeform 3" id="3"/>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4" id="4"/>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13816637" y="2762739"/>
            <a:ext cx="10373623" cy="6444613"/>
          </a:xfrm>
          <a:custGeom>
            <a:avLst/>
            <a:gdLst/>
            <a:ahLst/>
            <a:cxnLst/>
            <a:rect r="r" b="b" t="t" l="l"/>
            <a:pathLst>
              <a:path h="6444613" w="10373623">
                <a:moveTo>
                  <a:pt x="0" y="0"/>
                </a:moveTo>
                <a:lnTo>
                  <a:pt x="10373623" y="0"/>
                </a:lnTo>
                <a:lnTo>
                  <a:pt x="10373623" y="6444613"/>
                </a:lnTo>
                <a:lnTo>
                  <a:pt x="0" y="6444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4137222" y="9207352"/>
            <a:ext cx="26562445" cy="3419915"/>
          </a:xfrm>
          <a:custGeom>
            <a:avLst/>
            <a:gdLst/>
            <a:ahLst/>
            <a:cxnLst/>
            <a:rect r="r" b="b" t="t" l="l"/>
            <a:pathLst>
              <a:path h="3419915" w="26562445">
                <a:moveTo>
                  <a:pt x="0" y="0"/>
                </a:moveTo>
                <a:lnTo>
                  <a:pt x="26562444" y="0"/>
                </a:lnTo>
                <a:lnTo>
                  <a:pt x="26562444" y="3419914"/>
                </a:lnTo>
                <a:lnTo>
                  <a:pt x="0" y="34199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0732754" y="9400197"/>
            <a:ext cx="9555666" cy="1481128"/>
          </a:xfrm>
          <a:custGeom>
            <a:avLst/>
            <a:gdLst/>
            <a:ahLst/>
            <a:cxnLst/>
            <a:rect r="r" b="b" t="t" l="l"/>
            <a:pathLst>
              <a:path h="1481128" w="9555666">
                <a:moveTo>
                  <a:pt x="0" y="0"/>
                </a:moveTo>
                <a:lnTo>
                  <a:pt x="9555666" y="0"/>
                </a:lnTo>
                <a:lnTo>
                  <a:pt x="9555666" y="1481128"/>
                </a:lnTo>
                <a:lnTo>
                  <a:pt x="0" y="14811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0">
            <a:off x="11235726" y="3275671"/>
            <a:ext cx="5450828" cy="6124526"/>
          </a:xfrm>
          <a:custGeom>
            <a:avLst/>
            <a:gdLst/>
            <a:ahLst/>
            <a:cxnLst/>
            <a:rect r="r" b="b" t="t" l="l"/>
            <a:pathLst>
              <a:path h="6124526" w="5450828">
                <a:moveTo>
                  <a:pt x="0" y="0"/>
                </a:moveTo>
                <a:lnTo>
                  <a:pt x="5450827" y="0"/>
                </a:lnTo>
                <a:lnTo>
                  <a:pt x="5450827" y="6124526"/>
                </a:lnTo>
                <a:lnTo>
                  <a:pt x="0" y="61245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9" id="9"/>
          <p:cNvGrpSpPr/>
          <p:nvPr/>
        </p:nvGrpSpPr>
        <p:grpSpPr>
          <a:xfrm rot="-912000">
            <a:off x="441964" y="540328"/>
            <a:ext cx="2311927" cy="4550706"/>
            <a:chOff x="0" y="0"/>
            <a:chExt cx="887611" cy="1747139"/>
          </a:xfrm>
        </p:grpSpPr>
        <p:sp>
          <p:nvSpPr>
            <p:cNvPr name="Freeform 10" id="10"/>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11" id="11"/>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12" id="12"/>
          <p:cNvSpPr/>
          <p:nvPr/>
        </p:nvSpPr>
        <p:spPr>
          <a:xfrm flipH="false" flipV="false" rot="-913140">
            <a:off x="-882421" y="-7305662"/>
            <a:ext cx="1724546" cy="8569170"/>
          </a:xfrm>
          <a:custGeom>
            <a:avLst/>
            <a:gdLst/>
            <a:ahLst/>
            <a:cxnLst/>
            <a:rect r="r" b="b" t="t" l="l"/>
            <a:pathLst>
              <a:path h="8569170" w="1724546">
                <a:moveTo>
                  <a:pt x="0" y="0"/>
                </a:moveTo>
                <a:lnTo>
                  <a:pt x="1724545" y="0"/>
                </a:lnTo>
                <a:lnTo>
                  <a:pt x="1724545" y="8569170"/>
                </a:lnTo>
                <a:lnTo>
                  <a:pt x="0" y="85691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595316" y="4025247"/>
            <a:ext cx="791571" cy="802607"/>
          </a:xfrm>
          <a:custGeom>
            <a:avLst/>
            <a:gdLst/>
            <a:ahLst/>
            <a:cxnLst/>
            <a:rect r="r" b="b" t="t" l="l"/>
            <a:pathLst>
              <a:path h="802607" w="791571">
                <a:moveTo>
                  <a:pt x="0" y="0"/>
                </a:moveTo>
                <a:lnTo>
                  <a:pt x="791571" y="0"/>
                </a:lnTo>
                <a:lnTo>
                  <a:pt x="791571" y="802607"/>
                </a:lnTo>
                <a:lnTo>
                  <a:pt x="0" y="802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595316" y="6627135"/>
            <a:ext cx="791571" cy="802607"/>
          </a:xfrm>
          <a:custGeom>
            <a:avLst/>
            <a:gdLst/>
            <a:ahLst/>
            <a:cxnLst/>
            <a:rect r="r" b="b" t="t" l="l"/>
            <a:pathLst>
              <a:path h="802607" w="791571">
                <a:moveTo>
                  <a:pt x="0" y="0"/>
                </a:moveTo>
                <a:lnTo>
                  <a:pt x="791571" y="0"/>
                </a:lnTo>
                <a:lnTo>
                  <a:pt x="791571" y="802607"/>
                </a:lnTo>
                <a:lnTo>
                  <a:pt x="0" y="8026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1595316" y="2717953"/>
            <a:ext cx="807072" cy="820404"/>
          </a:xfrm>
          <a:custGeom>
            <a:avLst/>
            <a:gdLst/>
            <a:ahLst/>
            <a:cxnLst/>
            <a:rect r="r" b="b" t="t" l="l"/>
            <a:pathLst>
              <a:path h="820404" w="807072">
                <a:moveTo>
                  <a:pt x="0" y="0"/>
                </a:moveTo>
                <a:lnTo>
                  <a:pt x="807072" y="0"/>
                </a:lnTo>
                <a:lnTo>
                  <a:pt x="807072" y="820404"/>
                </a:lnTo>
                <a:lnTo>
                  <a:pt x="0" y="82040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6" id="16"/>
          <p:cNvSpPr/>
          <p:nvPr/>
        </p:nvSpPr>
        <p:spPr>
          <a:xfrm flipH="false" flipV="false" rot="0">
            <a:off x="1595316" y="5321742"/>
            <a:ext cx="807072" cy="820404"/>
          </a:xfrm>
          <a:custGeom>
            <a:avLst/>
            <a:gdLst/>
            <a:ahLst/>
            <a:cxnLst/>
            <a:rect r="r" b="b" t="t" l="l"/>
            <a:pathLst>
              <a:path h="820404" w="807072">
                <a:moveTo>
                  <a:pt x="0" y="0"/>
                </a:moveTo>
                <a:lnTo>
                  <a:pt x="807072" y="0"/>
                </a:lnTo>
                <a:lnTo>
                  <a:pt x="807072" y="820404"/>
                </a:lnTo>
                <a:lnTo>
                  <a:pt x="0" y="82040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7" id="17"/>
          <p:cNvSpPr/>
          <p:nvPr/>
        </p:nvSpPr>
        <p:spPr>
          <a:xfrm flipH="false" flipV="false" rot="0">
            <a:off x="1595316" y="7923629"/>
            <a:ext cx="807072" cy="820404"/>
          </a:xfrm>
          <a:custGeom>
            <a:avLst/>
            <a:gdLst/>
            <a:ahLst/>
            <a:cxnLst/>
            <a:rect r="r" b="b" t="t" l="l"/>
            <a:pathLst>
              <a:path h="820404" w="807072">
                <a:moveTo>
                  <a:pt x="0" y="0"/>
                </a:moveTo>
                <a:lnTo>
                  <a:pt x="807072" y="0"/>
                </a:lnTo>
                <a:lnTo>
                  <a:pt x="807072" y="820404"/>
                </a:lnTo>
                <a:lnTo>
                  <a:pt x="0" y="82040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8" id="18"/>
          <p:cNvSpPr/>
          <p:nvPr/>
        </p:nvSpPr>
        <p:spPr>
          <a:xfrm flipH="false" flipV="false" rot="0">
            <a:off x="-839833" y="1831994"/>
            <a:ext cx="2082724" cy="8127703"/>
          </a:xfrm>
          <a:custGeom>
            <a:avLst/>
            <a:gdLst/>
            <a:ahLst/>
            <a:cxnLst/>
            <a:rect r="r" b="b" t="t" l="l"/>
            <a:pathLst>
              <a:path h="8127703" w="2082724">
                <a:moveTo>
                  <a:pt x="0" y="0"/>
                </a:moveTo>
                <a:lnTo>
                  <a:pt x="2082724" y="0"/>
                </a:lnTo>
                <a:lnTo>
                  <a:pt x="2082724" y="8127704"/>
                </a:lnTo>
                <a:lnTo>
                  <a:pt x="0" y="812770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912000">
            <a:off x="17205154" y="-7305662"/>
            <a:ext cx="1724546" cy="8569170"/>
          </a:xfrm>
          <a:custGeom>
            <a:avLst/>
            <a:gdLst/>
            <a:ahLst/>
            <a:cxnLst/>
            <a:rect r="r" b="b" t="t" l="l"/>
            <a:pathLst>
              <a:path h="8569170" w="1724546">
                <a:moveTo>
                  <a:pt x="0" y="0"/>
                </a:moveTo>
                <a:lnTo>
                  <a:pt x="1724545" y="0"/>
                </a:lnTo>
                <a:lnTo>
                  <a:pt x="1724545" y="8569170"/>
                </a:lnTo>
                <a:lnTo>
                  <a:pt x="0" y="85691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1601014" y="556608"/>
            <a:ext cx="1647726" cy="1647726"/>
          </a:xfrm>
          <a:custGeom>
            <a:avLst/>
            <a:gdLst/>
            <a:ahLst/>
            <a:cxnLst/>
            <a:rect r="r" b="b" t="t" l="l"/>
            <a:pathLst>
              <a:path h="1647726" w="1647726">
                <a:moveTo>
                  <a:pt x="0" y="0"/>
                </a:moveTo>
                <a:lnTo>
                  <a:pt x="1647726" y="0"/>
                </a:lnTo>
                <a:lnTo>
                  <a:pt x="1647726" y="1647726"/>
                </a:lnTo>
                <a:lnTo>
                  <a:pt x="0" y="164772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TextBox 21" id="21"/>
          <p:cNvSpPr txBox="true"/>
          <p:nvPr/>
        </p:nvSpPr>
        <p:spPr>
          <a:xfrm rot="0">
            <a:off x="1595316" y="1443057"/>
            <a:ext cx="9284344" cy="920750"/>
          </a:xfrm>
          <a:prstGeom prst="rect">
            <a:avLst/>
          </a:prstGeom>
        </p:spPr>
        <p:txBody>
          <a:bodyPr anchor="t" rtlCol="false" tIns="0" lIns="0" bIns="0" rIns="0">
            <a:spAutoFit/>
          </a:bodyPr>
          <a:lstStyle/>
          <a:p>
            <a:pPr algn="l" marL="0" indent="0" lvl="0">
              <a:lnSpc>
                <a:spcPts val="6999"/>
              </a:lnSpc>
              <a:spcBef>
                <a:spcPct val="0"/>
              </a:spcBef>
            </a:pPr>
            <a:r>
              <a:rPr lang="en-US" sz="6999" spc="209">
                <a:solidFill>
                  <a:srgbClr val="3D3636"/>
                </a:solidFill>
                <a:latin typeface="Cheering Section"/>
                <a:ea typeface="Cheering Section"/>
                <a:cs typeface="Cheering Section"/>
                <a:sym typeface="Cheering Section"/>
              </a:rPr>
              <a:t>TUJU</a:t>
            </a:r>
            <a:r>
              <a:rPr lang="en-US" sz="6999" spc="209" strike="noStrike" u="none">
                <a:solidFill>
                  <a:srgbClr val="3D3636"/>
                </a:solidFill>
                <a:latin typeface="Cheering Section"/>
                <a:ea typeface="Cheering Section"/>
                <a:cs typeface="Cheering Section"/>
                <a:sym typeface="Cheering Section"/>
              </a:rPr>
              <a:t>A</a:t>
            </a:r>
            <a:r>
              <a:rPr lang="en-US" sz="6999" spc="209" strike="noStrike" u="none">
                <a:solidFill>
                  <a:srgbClr val="3D3636"/>
                </a:solidFill>
                <a:latin typeface="Cheering Section"/>
                <a:ea typeface="Cheering Section"/>
                <a:cs typeface="Cheering Section"/>
                <a:sym typeface="Cheering Section"/>
              </a:rPr>
              <a:t>N</a:t>
            </a:r>
            <a:r>
              <a:rPr lang="en-US" sz="6999" spc="209" strike="noStrike" u="none">
                <a:solidFill>
                  <a:srgbClr val="3D3636"/>
                </a:solidFill>
                <a:latin typeface="Cheering Section"/>
                <a:ea typeface="Cheering Section"/>
                <a:cs typeface="Cheering Section"/>
                <a:sym typeface="Cheering Section"/>
              </a:rPr>
              <a:t> </a:t>
            </a:r>
            <a:r>
              <a:rPr lang="en-US" sz="6999" spc="209" strike="noStrike" u="none">
                <a:solidFill>
                  <a:srgbClr val="3D3636"/>
                </a:solidFill>
                <a:latin typeface="Cheering Section"/>
                <a:ea typeface="Cheering Section"/>
                <a:cs typeface="Cheering Section"/>
                <a:sym typeface="Cheering Section"/>
              </a:rPr>
              <a:t>PEMBELAJARAN</a:t>
            </a:r>
          </a:p>
        </p:txBody>
      </p:sp>
      <p:sp>
        <p:nvSpPr>
          <p:cNvPr name="TextBox 22" id="22"/>
          <p:cNvSpPr txBox="true"/>
          <p:nvPr/>
        </p:nvSpPr>
        <p:spPr>
          <a:xfrm rot="0">
            <a:off x="1823621" y="2890303"/>
            <a:ext cx="334960" cy="561430"/>
          </a:xfrm>
          <a:prstGeom prst="rect">
            <a:avLst/>
          </a:prstGeom>
        </p:spPr>
        <p:txBody>
          <a:bodyPr anchor="t" rtlCol="false" tIns="0" lIns="0" bIns="0" rIns="0">
            <a:spAutoFit/>
          </a:bodyPr>
          <a:lstStyle/>
          <a:p>
            <a:pPr algn="ctr" marL="0" indent="0" lvl="0">
              <a:lnSpc>
                <a:spcPts val="4259"/>
              </a:lnSpc>
              <a:spcBef>
                <a:spcPct val="0"/>
              </a:spcBef>
            </a:pPr>
            <a:r>
              <a:rPr lang="en-US" sz="4259" spc="127">
                <a:solidFill>
                  <a:srgbClr val="3D3636"/>
                </a:solidFill>
                <a:latin typeface="Cheering Section"/>
                <a:ea typeface="Cheering Section"/>
                <a:cs typeface="Cheering Section"/>
                <a:sym typeface="Cheering Section"/>
              </a:rPr>
              <a:t>1</a:t>
            </a:r>
          </a:p>
        </p:txBody>
      </p:sp>
      <p:sp>
        <p:nvSpPr>
          <p:cNvPr name="TextBox 23" id="23"/>
          <p:cNvSpPr txBox="true"/>
          <p:nvPr/>
        </p:nvSpPr>
        <p:spPr>
          <a:xfrm rot="0">
            <a:off x="1823621" y="4188698"/>
            <a:ext cx="334960" cy="561430"/>
          </a:xfrm>
          <a:prstGeom prst="rect">
            <a:avLst/>
          </a:prstGeom>
        </p:spPr>
        <p:txBody>
          <a:bodyPr anchor="t" rtlCol="false" tIns="0" lIns="0" bIns="0" rIns="0">
            <a:spAutoFit/>
          </a:bodyPr>
          <a:lstStyle/>
          <a:p>
            <a:pPr algn="ctr" marL="0" indent="0" lvl="0">
              <a:lnSpc>
                <a:spcPts val="4259"/>
              </a:lnSpc>
              <a:spcBef>
                <a:spcPct val="0"/>
              </a:spcBef>
            </a:pPr>
            <a:r>
              <a:rPr lang="en-US" sz="4259" spc="127">
                <a:solidFill>
                  <a:srgbClr val="3D3636"/>
                </a:solidFill>
                <a:latin typeface="Cheering Section"/>
                <a:ea typeface="Cheering Section"/>
                <a:cs typeface="Cheering Section"/>
                <a:sym typeface="Cheering Section"/>
              </a:rPr>
              <a:t>2</a:t>
            </a:r>
          </a:p>
        </p:txBody>
      </p:sp>
      <p:sp>
        <p:nvSpPr>
          <p:cNvPr name="TextBox 24" id="24"/>
          <p:cNvSpPr txBox="true"/>
          <p:nvPr/>
        </p:nvSpPr>
        <p:spPr>
          <a:xfrm rot="0">
            <a:off x="1823621" y="5475554"/>
            <a:ext cx="334960" cy="561430"/>
          </a:xfrm>
          <a:prstGeom prst="rect">
            <a:avLst/>
          </a:prstGeom>
        </p:spPr>
        <p:txBody>
          <a:bodyPr anchor="t" rtlCol="false" tIns="0" lIns="0" bIns="0" rIns="0">
            <a:spAutoFit/>
          </a:bodyPr>
          <a:lstStyle/>
          <a:p>
            <a:pPr algn="ctr" marL="0" indent="0" lvl="0">
              <a:lnSpc>
                <a:spcPts val="4259"/>
              </a:lnSpc>
              <a:spcBef>
                <a:spcPct val="0"/>
              </a:spcBef>
            </a:pPr>
            <a:r>
              <a:rPr lang="en-US" sz="4259" spc="127">
                <a:solidFill>
                  <a:srgbClr val="3D3636"/>
                </a:solidFill>
                <a:latin typeface="Cheering Section"/>
                <a:ea typeface="Cheering Section"/>
                <a:cs typeface="Cheering Section"/>
                <a:sym typeface="Cheering Section"/>
              </a:rPr>
              <a:t>3</a:t>
            </a:r>
          </a:p>
        </p:txBody>
      </p:sp>
      <p:sp>
        <p:nvSpPr>
          <p:cNvPr name="TextBox 25" id="25"/>
          <p:cNvSpPr txBox="true"/>
          <p:nvPr/>
        </p:nvSpPr>
        <p:spPr>
          <a:xfrm rot="0">
            <a:off x="2616480" y="2893205"/>
            <a:ext cx="7430932" cy="422275"/>
          </a:xfrm>
          <a:prstGeom prst="rect">
            <a:avLst/>
          </a:prstGeom>
        </p:spPr>
        <p:txBody>
          <a:bodyPr anchor="t" rtlCol="false" tIns="0" lIns="0" bIns="0" rIns="0">
            <a:spAutoFit/>
          </a:bodyPr>
          <a:lstStyle/>
          <a:p>
            <a:pPr algn="l">
              <a:lnSpc>
                <a:spcPts val="3499"/>
              </a:lnSpc>
              <a:spcBef>
                <a:spcPct val="0"/>
              </a:spcBef>
            </a:pPr>
            <a:r>
              <a:rPr lang="en-US" sz="2499">
                <a:solidFill>
                  <a:srgbClr val="3D3636"/>
                </a:solidFill>
                <a:latin typeface="Quicksand"/>
                <a:ea typeface="Quicksand"/>
                <a:cs typeface="Quicksand"/>
                <a:sym typeface="Quicksand"/>
              </a:rPr>
              <a:t>Menjelaskan pengertian</a:t>
            </a:r>
            <a:r>
              <a:rPr lang="en-US" sz="2499">
                <a:solidFill>
                  <a:srgbClr val="3D3636"/>
                </a:solidFill>
                <a:latin typeface="Quicksand"/>
                <a:ea typeface="Quicksand"/>
                <a:cs typeface="Quicksand"/>
                <a:sym typeface="Quicksand"/>
              </a:rPr>
              <a:t> permainan bulu tangkis.</a:t>
            </a:r>
          </a:p>
        </p:txBody>
      </p:sp>
      <p:sp>
        <p:nvSpPr>
          <p:cNvPr name="TextBox 26" id="26"/>
          <p:cNvSpPr txBox="true"/>
          <p:nvPr/>
        </p:nvSpPr>
        <p:spPr>
          <a:xfrm rot="0">
            <a:off x="2616480" y="3972526"/>
            <a:ext cx="7430932" cy="860425"/>
          </a:xfrm>
          <a:prstGeom prst="rect">
            <a:avLst/>
          </a:prstGeom>
        </p:spPr>
        <p:txBody>
          <a:bodyPr anchor="t" rtlCol="false" tIns="0" lIns="0" bIns="0" rIns="0">
            <a:spAutoFit/>
          </a:bodyPr>
          <a:lstStyle/>
          <a:p>
            <a:pPr algn="l">
              <a:lnSpc>
                <a:spcPts val="3499"/>
              </a:lnSpc>
              <a:spcBef>
                <a:spcPct val="0"/>
              </a:spcBef>
            </a:pPr>
            <a:r>
              <a:rPr lang="en-US" sz="2499">
                <a:solidFill>
                  <a:srgbClr val="3D3636"/>
                </a:solidFill>
                <a:latin typeface="Quicksand"/>
                <a:ea typeface="Quicksand"/>
                <a:cs typeface="Quicksand"/>
                <a:sym typeface="Quicksand"/>
              </a:rPr>
              <a:t>Mengenal perlengkapan yang digunakan dalam</a:t>
            </a:r>
            <a:r>
              <a:rPr lang="en-US" sz="2499">
                <a:solidFill>
                  <a:srgbClr val="3D3636"/>
                </a:solidFill>
                <a:latin typeface="Quicksand"/>
                <a:ea typeface="Quicksand"/>
                <a:cs typeface="Quicksand"/>
                <a:sym typeface="Quicksand"/>
              </a:rPr>
              <a:t> permainan bulu tangkis.</a:t>
            </a:r>
          </a:p>
        </p:txBody>
      </p:sp>
      <p:sp>
        <p:nvSpPr>
          <p:cNvPr name="TextBox 27" id="27"/>
          <p:cNvSpPr txBox="true"/>
          <p:nvPr/>
        </p:nvSpPr>
        <p:spPr>
          <a:xfrm rot="0">
            <a:off x="2616480" y="5496994"/>
            <a:ext cx="7430932" cy="422275"/>
          </a:xfrm>
          <a:prstGeom prst="rect">
            <a:avLst/>
          </a:prstGeom>
        </p:spPr>
        <p:txBody>
          <a:bodyPr anchor="t" rtlCol="false" tIns="0" lIns="0" bIns="0" rIns="0">
            <a:spAutoFit/>
          </a:bodyPr>
          <a:lstStyle/>
          <a:p>
            <a:pPr algn="l">
              <a:lnSpc>
                <a:spcPts val="3499"/>
              </a:lnSpc>
              <a:spcBef>
                <a:spcPct val="0"/>
              </a:spcBef>
            </a:pPr>
            <a:r>
              <a:rPr lang="en-US" sz="2499">
                <a:solidFill>
                  <a:srgbClr val="3D3636"/>
                </a:solidFill>
                <a:latin typeface="Quicksand"/>
                <a:ea typeface="Quicksand"/>
                <a:cs typeface="Quicksand"/>
                <a:sym typeface="Quicksand"/>
              </a:rPr>
              <a:t>Memahami teknik dasar</a:t>
            </a:r>
            <a:r>
              <a:rPr lang="en-US" sz="2499">
                <a:solidFill>
                  <a:srgbClr val="3D3636"/>
                </a:solidFill>
                <a:latin typeface="Quicksand"/>
                <a:ea typeface="Quicksand"/>
                <a:cs typeface="Quicksand"/>
                <a:sym typeface="Quicksand"/>
              </a:rPr>
              <a:t> permainan bulu tangkis.</a:t>
            </a:r>
          </a:p>
        </p:txBody>
      </p:sp>
      <p:sp>
        <p:nvSpPr>
          <p:cNvPr name="TextBox 28" id="28"/>
          <p:cNvSpPr txBox="true"/>
          <p:nvPr/>
        </p:nvSpPr>
        <p:spPr>
          <a:xfrm rot="0">
            <a:off x="2616480" y="6574413"/>
            <a:ext cx="7937870" cy="860425"/>
          </a:xfrm>
          <a:prstGeom prst="rect">
            <a:avLst/>
          </a:prstGeom>
        </p:spPr>
        <p:txBody>
          <a:bodyPr anchor="t" rtlCol="false" tIns="0" lIns="0" bIns="0" rIns="0">
            <a:spAutoFit/>
          </a:bodyPr>
          <a:lstStyle/>
          <a:p>
            <a:pPr algn="l">
              <a:lnSpc>
                <a:spcPts val="3499"/>
              </a:lnSpc>
              <a:spcBef>
                <a:spcPct val="0"/>
              </a:spcBef>
            </a:pPr>
            <a:r>
              <a:rPr lang="en-US" sz="2499">
                <a:solidFill>
                  <a:srgbClr val="3D3636"/>
                </a:solidFill>
                <a:latin typeface="Quicksand"/>
                <a:ea typeface="Quicksand"/>
                <a:cs typeface="Quicksand"/>
                <a:sym typeface="Quicksand"/>
              </a:rPr>
              <a:t>Memahami dan menjelaskan aturan dasar</a:t>
            </a:r>
            <a:r>
              <a:rPr lang="en-US" sz="2499">
                <a:solidFill>
                  <a:srgbClr val="3D3636"/>
                </a:solidFill>
                <a:latin typeface="Quicksand"/>
                <a:ea typeface="Quicksand"/>
                <a:cs typeface="Quicksand"/>
                <a:sym typeface="Quicksand"/>
              </a:rPr>
              <a:t> permainan bulu tangkis.</a:t>
            </a:r>
          </a:p>
        </p:txBody>
      </p:sp>
      <p:sp>
        <p:nvSpPr>
          <p:cNvPr name="TextBox 29" id="29"/>
          <p:cNvSpPr txBox="true"/>
          <p:nvPr/>
        </p:nvSpPr>
        <p:spPr>
          <a:xfrm rot="0">
            <a:off x="2616480" y="7879806"/>
            <a:ext cx="7611089" cy="860425"/>
          </a:xfrm>
          <a:prstGeom prst="rect">
            <a:avLst/>
          </a:prstGeom>
        </p:spPr>
        <p:txBody>
          <a:bodyPr anchor="t" rtlCol="false" tIns="0" lIns="0" bIns="0" rIns="0">
            <a:spAutoFit/>
          </a:bodyPr>
          <a:lstStyle/>
          <a:p>
            <a:pPr algn="l">
              <a:lnSpc>
                <a:spcPts val="3499"/>
              </a:lnSpc>
              <a:spcBef>
                <a:spcPct val="0"/>
              </a:spcBef>
            </a:pPr>
            <a:r>
              <a:rPr lang="en-US" sz="2499">
                <a:solidFill>
                  <a:srgbClr val="3D3636"/>
                </a:solidFill>
                <a:latin typeface="Quicksand"/>
                <a:ea typeface="Quicksand"/>
                <a:cs typeface="Quicksand"/>
                <a:sym typeface="Quicksand"/>
              </a:rPr>
              <a:t>Menunjukkan sikap sportif, disiplin, dan kerja sama saat</a:t>
            </a:r>
            <a:r>
              <a:rPr lang="en-US" sz="2499">
                <a:solidFill>
                  <a:srgbClr val="3D3636"/>
                </a:solidFill>
                <a:latin typeface="Quicksand"/>
                <a:ea typeface="Quicksand"/>
                <a:cs typeface="Quicksand"/>
                <a:sym typeface="Quicksand"/>
              </a:rPr>
              <a:t> bermain.</a:t>
            </a:r>
          </a:p>
        </p:txBody>
      </p:sp>
      <p:sp>
        <p:nvSpPr>
          <p:cNvPr name="TextBox 30" id="30"/>
          <p:cNvSpPr txBox="true"/>
          <p:nvPr/>
        </p:nvSpPr>
        <p:spPr>
          <a:xfrm rot="0">
            <a:off x="1823621" y="6762411"/>
            <a:ext cx="334960" cy="561430"/>
          </a:xfrm>
          <a:prstGeom prst="rect">
            <a:avLst/>
          </a:prstGeom>
        </p:spPr>
        <p:txBody>
          <a:bodyPr anchor="t" rtlCol="false" tIns="0" lIns="0" bIns="0" rIns="0">
            <a:spAutoFit/>
          </a:bodyPr>
          <a:lstStyle/>
          <a:p>
            <a:pPr algn="ctr" marL="0" indent="0" lvl="0">
              <a:lnSpc>
                <a:spcPts val="4259"/>
              </a:lnSpc>
              <a:spcBef>
                <a:spcPct val="0"/>
              </a:spcBef>
            </a:pPr>
            <a:r>
              <a:rPr lang="en-US" sz="4259" spc="127">
                <a:solidFill>
                  <a:srgbClr val="3D3636"/>
                </a:solidFill>
                <a:latin typeface="Cheering Section"/>
                <a:ea typeface="Cheering Section"/>
                <a:cs typeface="Cheering Section"/>
                <a:sym typeface="Cheering Section"/>
              </a:rPr>
              <a:t>4</a:t>
            </a:r>
          </a:p>
        </p:txBody>
      </p:sp>
      <p:sp>
        <p:nvSpPr>
          <p:cNvPr name="TextBox 31" id="31"/>
          <p:cNvSpPr txBox="true"/>
          <p:nvPr/>
        </p:nvSpPr>
        <p:spPr>
          <a:xfrm rot="0">
            <a:off x="1823621" y="8049267"/>
            <a:ext cx="334960" cy="561430"/>
          </a:xfrm>
          <a:prstGeom prst="rect">
            <a:avLst/>
          </a:prstGeom>
        </p:spPr>
        <p:txBody>
          <a:bodyPr anchor="t" rtlCol="false" tIns="0" lIns="0" bIns="0" rIns="0">
            <a:spAutoFit/>
          </a:bodyPr>
          <a:lstStyle/>
          <a:p>
            <a:pPr algn="ctr" marL="0" indent="0" lvl="0">
              <a:lnSpc>
                <a:spcPts val="4259"/>
              </a:lnSpc>
              <a:spcBef>
                <a:spcPct val="0"/>
              </a:spcBef>
            </a:pPr>
            <a:r>
              <a:rPr lang="en-US" sz="4259" spc="127">
                <a:solidFill>
                  <a:srgbClr val="3D3636"/>
                </a:solidFill>
                <a:latin typeface="Cheering Section"/>
                <a:ea typeface="Cheering Section"/>
                <a:cs typeface="Cheering Section"/>
                <a:sym typeface="Cheering Section"/>
              </a:rPr>
              <a:t>5</a:t>
            </a:r>
          </a:p>
        </p:txBody>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5979043" y="2235947"/>
            <a:ext cx="9106548" cy="2613025"/>
          </a:xfrm>
          <a:prstGeom prst="rect">
            <a:avLst/>
          </a:prstGeom>
        </p:spPr>
        <p:txBody>
          <a:bodyPr anchor="t" rtlCol="false" tIns="0" lIns="0" bIns="0" rIns="0">
            <a:spAutoFit/>
          </a:bodyPr>
          <a:lstStyle/>
          <a:p>
            <a:pPr algn="just">
              <a:lnSpc>
                <a:spcPts val="3499"/>
              </a:lnSpc>
              <a:spcBef>
                <a:spcPct val="0"/>
              </a:spcBef>
            </a:pPr>
            <a:r>
              <a:rPr lang="en-US" sz="2499">
                <a:solidFill>
                  <a:srgbClr val="3D3636"/>
                </a:solidFill>
                <a:latin typeface="Quicksand"/>
                <a:ea typeface="Quicksand"/>
                <a:cs typeface="Quicksand"/>
                <a:sym typeface="Quicksand"/>
              </a:rPr>
              <a:t>Bulu tangkis adalah permainan bola kecil yang dimainkan dengan raket dan kok, baik secara tunggal maupun ganda. Tujuannya adalah memukul kok melewati net agar jatuh di area lawan. Olahraga ini melatih kecepatan, kelincahan, ketepatan, konsentrasi, dan daya tahan, sehingga baik untuk kebugaran jasmani.</a:t>
            </a:r>
          </a:p>
        </p:txBody>
      </p:sp>
      <p:sp>
        <p:nvSpPr>
          <p:cNvPr name="Freeform 3" id="3"/>
          <p:cNvSpPr/>
          <p:nvPr/>
        </p:nvSpPr>
        <p:spPr>
          <a:xfrm flipH="false" flipV="false" rot="0">
            <a:off x="-4137222" y="9258300"/>
            <a:ext cx="26562445" cy="3386712"/>
          </a:xfrm>
          <a:custGeom>
            <a:avLst/>
            <a:gdLst/>
            <a:ahLst/>
            <a:cxnLst/>
            <a:rect r="r" b="b" t="t" l="l"/>
            <a:pathLst>
              <a:path h="3386712" w="26562445">
                <a:moveTo>
                  <a:pt x="0" y="0"/>
                </a:moveTo>
                <a:lnTo>
                  <a:pt x="26562444" y="0"/>
                </a:lnTo>
                <a:lnTo>
                  <a:pt x="26562444" y="3386712"/>
                </a:lnTo>
                <a:lnTo>
                  <a:pt x="0" y="33867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821074" y="4848972"/>
            <a:ext cx="6329237" cy="7042266"/>
          </a:xfrm>
          <a:custGeom>
            <a:avLst/>
            <a:gdLst/>
            <a:ahLst/>
            <a:cxnLst/>
            <a:rect r="r" b="b" t="t" l="l"/>
            <a:pathLst>
              <a:path h="7042266" w="6329237">
                <a:moveTo>
                  <a:pt x="0" y="0"/>
                </a:moveTo>
                <a:lnTo>
                  <a:pt x="6329237" y="0"/>
                </a:lnTo>
                <a:lnTo>
                  <a:pt x="6329237" y="7042266"/>
                </a:lnTo>
                <a:lnTo>
                  <a:pt x="0" y="70422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6735323" y="5919492"/>
            <a:ext cx="7229517" cy="4114800"/>
          </a:xfrm>
          <a:custGeom>
            <a:avLst/>
            <a:gdLst/>
            <a:ahLst/>
            <a:cxnLst/>
            <a:rect r="r" b="b" t="t" l="l"/>
            <a:pathLst>
              <a:path h="4114800" w="7229517">
                <a:moveTo>
                  <a:pt x="0" y="0"/>
                </a:moveTo>
                <a:lnTo>
                  <a:pt x="7229516" y="0"/>
                </a:lnTo>
                <a:lnTo>
                  <a:pt x="722951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6885769">
            <a:off x="5750363" y="6093004"/>
            <a:ext cx="785680" cy="630508"/>
          </a:xfrm>
          <a:custGeom>
            <a:avLst/>
            <a:gdLst/>
            <a:ahLst/>
            <a:cxnLst/>
            <a:rect r="r" b="b" t="t" l="l"/>
            <a:pathLst>
              <a:path h="630508" w="785680">
                <a:moveTo>
                  <a:pt x="0" y="0"/>
                </a:moveTo>
                <a:lnTo>
                  <a:pt x="785680" y="0"/>
                </a:lnTo>
                <a:lnTo>
                  <a:pt x="785680" y="630509"/>
                </a:lnTo>
                <a:lnTo>
                  <a:pt x="0" y="6305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69571" y="277847"/>
            <a:ext cx="5800914" cy="4111398"/>
          </a:xfrm>
          <a:custGeom>
            <a:avLst/>
            <a:gdLst/>
            <a:ahLst/>
            <a:cxnLst/>
            <a:rect r="r" b="b" t="t" l="l"/>
            <a:pathLst>
              <a:path h="4111398" w="5800914">
                <a:moveTo>
                  <a:pt x="0" y="0"/>
                </a:moveTo>
                <a:lnTo>
                  <a:pt x="5800914" y="0"/>
                </a:lnTo>
                <a:lnTo>
                  <a:pt x="5800914" y="4111398"/>
                </a:lnTo>
                <a:lnTo>
                  <a:pt x="0" y="41113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0">
            <a:off x="16545151" y="3338634"/>
            <a:ext cx="3625796" cy="5919666"/>
          </a:xfrm>
          <a:custGeom>
            <a:avLst/>
            <a:gdLst/>
            <a:ahLst/>
            <a:cxnLst/>
            <a:rect r="r" b="b" t="t" l="l"/>
            <a:pathLst>
              <a:path h="5919666" w="3625796">
                <a:moveTo>
                  <a:pt x="0" y="0"/>
                </a:moveTo>
                <a:lnTo>
                  <a:pt x="3625796" y="0"/>
                </a:lnTo>
                <a:lnTo>
                  <a:pt x="3625796" y="5919666"/>
                </a:lnTo>
                <a:lnTo>
                  <a:pt x="0" y="59196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16545151" y="220530"/>
            <a:ext cx="2107227" cy="2107227"/>
          </a:xfrm>
          <a:custGeom>
            <a:avLst/>
            <a:gdLst/>
            <a:ahLst/>
            <a:cxnLst/>
            <a:rect r="r" b="b" t="t" l="l"/>
            <a:pathLst>
              <a:path h="2107227" w="2107227">
                <a:moveTo>
                  <a:pt x="0" y="0"/>
                </a:moveTo>
                <a:lnTo>
                  <a:pt x="2107227" y="0"/>
                </a:lnTo>
                <a:lnTo>
                  <a:pt x="2107227" y="2107227"/>
                </a:lnTo>
                <a:lnTo>
                  <a:pt x="0" y="210722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AutoShape 10" id="10"/>
          <p:cNvSpPr/>
          <p:nvPr/>
        </p:nvSpPr>
        <p:spPr>
          <a:xfrm flipV="true">
            <a:off x="2449936" y="1847200"/>
            <a:ext cx="0" cy="1994251"/>
          </a:xfrm>
          <a:prstGeom prst="line">
            <a:avLst/>
          </a:prstGeom>
          <a:ln cap="flat" w="38100">
            <a:solidFill>
              <a:srgbClr val="FFFFFF"/>
            </a:solidFill>
            <a:prstDash val="solid"/>
            <a:headEnd type="none" len="sm" w="sm"/>
            <a:tailEnd type="none" len="sm" w="sm"/>
          </a:ln>
        </p:spPr>
      </p:sp>
      <p:sp>
        <p:nvSpPr>
          <p:cNvPr name="Freeform 11" id="11"/>
          <p:cNvSpPr/>
          <p:nvPr/>
        </p:nvSpPr>
        <p:spPr>
          <a:xfrm flipH="true" flipV="false" rot="0">
            <a:off x="17070680" y="3953171"/>
            <a:ext cx="805307" cy="1064868"/>
          </a:xfrm>
          <a:custGeom>
            <a:avLst/>
            <a:gdLst/>
            <a:ahLst/>
            <a:cxnLst/>
            <a:rect r="r" b="b" t="t" l="l"/>
            <a:pathLst>
              <a:path h="1064868" w="805307">
                <a:moveTo>
                  <a:pt x="805307" y="0"/>
                </a:moveTo>
                <a:lnTo>
                  <a:pt x="0" y="0"/>
                </a:lnTo>
                <a:lnTo>
                  <a:pt x="0" y="1064868"/>
                </a:lnTo>
                <a:lnTo>
                  <a:pt x="805307" y="1064868"/>
                </a:lnTo>
                <a:lnTo>
                  <a:pt x="805307"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2" id="12"/>
          <p:cNvSpPr/>
          <p:nvPr/>
        </p:nvSpPr>
        <p:spPr>
          <a:xfrm flipH="true" flipV="false" rot="0">
            <a:off x="18010193" y="3953171"/>
            <a:ext cx="805307" cy="1064868"/>
          </a:xfrm>
          <a:custGeom>
            <a:avLst/>
            <a:gdLst/>
            <a:ahLst/>
            <a:cxnLst/>
            <a:rect r="r" b="b" t="t" l="l"/>
            <a:pathLst>
              <a:path h="1064868" w="805307">
                <a:moveTo>
                  <a:pt x="805307" y="0"/>
                </a:moveTo>
                <a:lnTo>
                  <a:pt x="0" y="0"/>
                </a:lnTo>
                <a:lnTo>
                  <a:pt x="0" y="1064868"/>
                </a:lnTo>
                <a:lnTo>
                  <a:pt x="805307" y="1064868"/>
                </a:lnTo>
                <a:lnTo>
                  <a:pt x="805307"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TextBox 13" id="13"/>
          <p:cNvSpPr txBox="true"/>
          <p:nvPr/>
        </p:nvSpPr>
        <p:spPr>
          <a:xfrm rot="0">
            <a:off x="5979043" y="1190353"/>
            <a:ext cx="10165595" cy="920750"/>
          </a:xfrm>
          <a:prstGeom prst="rect">
            <a:avLst/>
          </a:prstGeom>
        </p:spPr>
        <p:txBody>
          <a:bodyPr anchor="t" rtlCol="false" tIns="0" lIns="0" bIns="0" rIns="0">
            <a:spAutoFit/>
          </a:bodyPr>
          <a:lstStyle/>
          <a:p>
            <a:pPr algn="l" marL="0" indent="0" lvl="0">
              <a:lnSpc>
                <a:spcPts val="6999"/>
              </a:lnSpc>
              <a:spcBef>
                <a:spcPct val="0"/>
              </a:spcBef>
            </a:pPr>
            <a:r>
              <a:rPr lang="en-US" sz="6999" spc="209" strike="noStrike" u="none">
                <a:solidFill>
                  <a:srgbClr val="3D3636"/>
                </a:solidFill>
                <a:latin typeface="Cheering Section"/>
                <a:ea typeface="Cheering Section"/>
                <a:cs typeface="Cheering Section"/>
                <a:sym typeface="Cheering Section"/>
              </a:rPr>
              <a:t>PENGERTIAN BULU TANGKIS</a:t>
            </a:r>
          </a:p>
        </p:txBody>
      </p:sp>
      <p:sp>
        <p:nvSpPr>
          <p:cNvPr name="TextBox 14" id="14"/>
          <p:cNvSpPr txBox="true"/>
          <p:nvPr/>
        </p:nvSpPr>
        <p:spPr>
          <a:xfrm rot="0">
            <a:off x="216840" y="1904350"/>
            <a:ext cx="1841119" cy="423407"/>
          </a:xfrm>
          <a:prstGeom prst="rect">
            <a:avLst/>
          </a:prstGeom>
        </p:spPr>
        <p:txBody>
          <a:bodyPr anchor="t" rtlCol="false" tIns="0" lIns="0" bIns="0" rIns="0">
            <a:spAutoFit/>
          </a:bodyPr>
          <a:lstStyle/>
          <a:p>
            <a:pPr algn="ctr" marL="0" indent="0" lvl="0">
              <a:lnSpc>
                <a:spcPts val="3169"/>
              </a:lnSpc>
              <a:spcBef>
                <a:spcPct val="0"/>
              </a:spcBef>
            </a:pPr>
            <a:r>
              <a:rPr lang="en-US" sz="3169" spc="95">
                <a:solidFill>
                  <a:srgbClr val="3D3636"/>
                </a:solidFill>
                <a:latin typeface="Cheering Section"/>
                <a:ea typeface="Cheering Section"/>
                <a:cs typeface="Cheering Section"/>
                <a:sym typeface="Cheering Section"/>
              </a:rPr>
              <a:t>PEMAIN 1</a:t>
            </a:r>
          </a:p>
        </p:txBody>
      </p:sp>
      <p:sp>
        <p:nvSpPr>
          <p:cNvPr name="TextBox 15" id="15"/>
          <p:cNvSpPr txBox="true"/>
          <p:nvPr/>
        </p:nvSpPr>
        <p:spPr>
          <a:xfrm rot="0">
            <a:off x="2709958" y="1904350"/>
            <a:ext cx="1841119" cy="423407"/>
          </a:xfrm>
          <a:prstGeom prst="rect">
            <a:avLst/>
          </a:prstGeom>
        </p:spPr>
        <p:txBody>
          <a:bodyPr anchor="t" rtlCol="false" tIns="0" lIns="0" bIns="0" rIns="0">
            <a:spAutoFit/>
          </a:bodyPr>
          <a:lstStyle/>
          <a:p>
            <a:pPr algn="ctr" marL="0" indent="0" lvl="0">
              <a:lnSpc>
                <a:spcPts val="3169"/>
              </a:lnSpc>
              <a:spcBef>
                <a:spcPct val="0"/>
              </a:spcBef>
            </a:pPr>
            <a:r>
              <a:rPr lang="en-US" sz="3169" spc="95">
                <a:solidFill>
                  <a:srgbClr val="3D3636"/>
                </a:solidFill>
                <a:latin typeface="Cheering Section"/>
                <a:ea typeface="Cheering Section"/>
                <a:cs typeface="Cheering Section"/>
                <a:sym typeface="Cheering Section"/>
              </a:rPr>
              <a:t>PEMAIN 2</a:t>
            </a:r>
          </a:p>
        </p:txBody>
      </p:sp>
      <p:sp>
        <p:nvSpPr>
          <p:cNvPr name="TextBox 16" id="16"/>
          <p:cNvSpPr txBox="true"/>
          <p:nvPr/>
        </p:nvSpPr>
        <p:spPr>
          <a:xfrm rot="0">
            <a:off x="751209" y="2537307"/>
            <a:ext cx="867758" cy="1466988"/>
          </a:xfrm>
          <a:prstGeom prst="rect">
            <a:avLst/>
          </a:prstGeom>
        </p:spPr>
        <p:txBody>
          <a:bodyPr anchor="t" rtlCol="false" tIns="0" lIns="0" bIns="0" rIns="0">
            <a:spAutoFit/>
          </a:bodyPr>
          <a:lstStyle/>
          <a:p>
            <a:pPr algn="ctr" marL="0" indent="0" lvl="0">
              <a:lnSpc>
                <a:spcPts val="11033"/>
              </a:lnSpc>
              <a:spcBef>
                <a:spcPct val="0"/>
              </a:spcBef>
            </a:pPr>
            <a:r>
              <a:rPr lang="en-US" sz="11033" spc="331">
                <a:solidFill>
                  <a:srgbClr val="3D3636"/>
                </a:solidFill>
                <a:latin typeface="Cheering Section"/>
                <a:ea typeface="Cheering Section"/>
                <a:cs typeface="Cheering Section"/>
                <a:sym typeface="Cheering Section"/>
              </a:rPr>
              <a:t>4</a:t>
            </a:r>
          </a:p>
        </p:txBody>
      </p:sp>
      <p:sp>
        <p:nvSpPr>
          <p:cNvPr name="TextBox 17" id="17"/>
          <p:cNvSpPr txBox="true"/>
          <p:nvPr/>
        </p:nvSpPr>
        <p:spPr>
          <a:xfrm rot="0">
            <a:off x="3372653" y="2537307"/>
            <a:ext cx="867758" cy="1466988"/>
          </a:xfrm>
          <a:prstGeom prst="rect">
            <a:avLst/>
          </a:prstGeom>
        </p:spPr>
        <p:txBody>
          <a:bodyPr anchor="t" rtlCol="false" tIns="0" lIns="0" bIns="0" rIns="0">
            <a:spAutoFit/>
          </a:bodyPr>
          <a:lstStyle/>
          <a:p>
            <a:pPr algn="ctr" marL="0" indent="0" lvl="0">
              <a:lnSpc>
                <a:spcPts val="11033"/>
              </a:lnSpc>
              <a:spcBef>
                <a:spcPct val="0"/>
              </a:spcBef>
            </a:pPr>
            <a:r>
              <a:rPr lang="en-US" sz="11033" spc="331">
                <a:solidFill>
                  <a:srgbClr val="3D3636"/>
                </a:solidFill>
                <a:latin typeface="Cheering Section"/>
                <a:ea typeface="Cheering Section"/>
                <a:cs typeface="Cheering Section"/>
                <a:sym typeface="Cheering Section"/>
              </a:rPr>
              <a:t>2</a:t>
            </a:r>
          </a:p>
        </p:txBody>
      </p:sp>
      <p:sp>
        <p:nvSpPr>
          <p:cNvPr name="Freeform 18" id="18"/>
          <p:cNvSpPr/>
          <p:nvPr/>
        </p:nvSpPr>
        <p:spPr>
          <a:xfrm flipH="false" flipV="false" rot="630376">
            <a:off x="17132394" y="5201415"/>
            <a:ext cx="850111" cy="2337074"/>
          </a:xfrm>
          <a:custGeom>
            <a:avLst/>
            <a:gdLst/>
            <a:ahLst/>
            <a:cxnLst/>
            <a:rect r="r" b="b" t="t" l="l"/>
            <a:pathLst>
              <a:path h="2337074" w="850111">
                <a:moveTo>
                  <a:pt x="0" y="0"/>
                </a:moveTo>
                <a:lnTo>
                  <a:pt x="850111" y="0"/>
                </a:lnTo>
                <a:lnTo>
                  <a:pt x="850111" y="2337075"/>
                </a:lnTo>
                <a:lnTo>
                  <a:pt x="0" y="233707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9" id="19"/>
          <p:cNvSpPr/>
          <p:nvPr/>
        </p:nvSpPr>
        <p:spPr>
          <a:xfrm flipH="false" flipV="false" rot="305955">
            <a:off x="17491106" y="5219953"/>
            <a:ext cx="649750" cy="2299999"/>
          </a:xfrm>
          <a:custGeom>
            <a:avLst/>
            <a:gdLst/>
            <a:ahLst/>
            <a:cxnLst/>
            <a:rect r="r" b="b" t="t" l="l"/>
            <a:pathLst>
              <a:path h="2299999" w="649750">
                <a:moveTo>
                  <a:pt x="0" y="0"/>
                </a:moveTo>
                <a:lnTo>
                  <a:pt x="649749" y="0"/>
                </a:lnTo>
                <a:lnTo>
                  <a:pt x="649749" y="2299999"/>
                </a:lnTo>
                <a:lnTo>
                  <a:pt x="0" y="229999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20" id="20"/>
          <p:cNvSpPr/>
          <p:nvPr/>
        </p:nvSpPr>
        <p:spPr>
          <a:xfrm flipH="false" flipV="false" rot="0">
            <a:off x="17161322" y="8224624"/>
            <a:ext cx="457712" cy="570357"/>
          </a:xfrm>
          <a:custGeom>
            <a:avLst/>
            <a:gdLst/>
            <a:ahLst/>
            <a:cxnLst/>
            <a:rect r="r" b="b" t="t" l="l"/>
            <a:pathLst>
              <a:path h="570357" w="457712">
                <a:moveTo>
                  <a:pt x="0" y="0"/>
                </a:moveTo>
                <a:lnTo>
                  <a:pt x="457712" y="0"/>
                </a:lnTo>
                <a:lnTo>
                  <a:pt x="457712" y="570357"/>
                </a:lnTo>
                <a:lnTo>
                  <a:pt x="0" y="570357"/>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21" id="21"/>
          <p:cNvSpPr/>
          <p:nvPr/>
        </p:nvSpPr>
        <p:spPr>
          <a:xfrm flipH="false" flipV="false" rot="-5289382">
            <a:off x="17682571" y="8322838"/>
            <a:ext cx="457712" cy="570357"/>
          </a:xfrm>
          <a:custGeom>
            <a:avLst/>
            <a:gdLst/>
            <a:ahLst/>
            <a:cxnLst/>
            <a:rect r="r" b="b" t="t" l="l"/>
            <a:pathLst>
              <a:path h="570357" w="457712">
                <a:moveTo>
                  <a:pt x="0" y="0"/>
                </a:moveTo>
                <a:lnTo>
                  <a:pt x="457712" y="0"/>
                </a:lnTo>
                <a:lnTo>
                  <a:pt x="457712" y="570357"/>
                </a:lnTo>
                <a:lnTo>
                  <a:pt x="0" y="570357"/>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22" id="22"/>
          <p:cNvSpPr/>
          <p:nvPr/>
        </p:nvSpPr>
        <p:spPr>
          <a:xfrm flipH="false" flipV="false" rot="0">
            <a:off x="17781337" y="8142174"/>
            <a:ext cx="457712" cy="570357"/>
          </a:xfrm>
          <a:custGeom>
            <a:avLst/>
            <a:gdLst/>
            <a:ahLst/>
            <a:cxnLst/>
            <a:rect r="r" b="b" t="t" l="l"/>
            <a:pathLst>
              <a:path h="570357" w="457712">
                <a:moveTo>
                  <a:pt x="0" y="0"/>
                </a:moveTo>
                <a:lnTo>
                  <a:pt x="457712" y="0"/>
                </a:lnTo>
                <a:lnTo>
                  <a:pt x="457712" y="570357"/>
                </a:lnTo>
                <a:lnTo>
                  <a:pt x="0" y="570357"/>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Tree>
  </p:cSld>
  <p:clrMapOvr>
    <a:masterClrMapping/>
  </p:clrMapOvr>
  <p:transition spd="slow">
    <p:cover dir="l"/>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127079" y="9276248"/>
            <a:ext cx="26542157" cy="3450480"/>
          </a:xfrm>
          <a:custGeom>
            <a:avLst/>
            <a:gdLst/>
            <a:ahLst/>
            <a:cxnLst/>
            <a:rect r="r" b="b" t="t" l="l"/>
            <a:pathLst>
              <a:path h="3450480" w="26542157">
                <a:moveTo>
                  <a:pt x="0" y="0"/>
                </a:moveTo>
                <a:lnTo>
                  <a:pt x="26542158" y="0"/>
                </a:lnTo>
                <a:lnTo>
                  <a:pt x="26542158" y="3450481"/>
                </a:lnTo>
                <a:lnTo>
                  <a:pt x="0" y="3450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338375" y="1379429"/>
            <a:ext cx="1290616" cy="4037808"/>
          </a:xfrm>
          <a:custGeom>
            <a:avLst/>
            <a:gdLst/>
            <a:ahLst/>
            <a:cxnLst/>
            <a:rect r="r" b="b" t="t" l="l"/>
            <a:pathLst>
              <a:path h="4037808" w="1290616">
                <a:moveTo>
                  <a:pt x="0" y="0"/>
                </a:moveTo>
                <a:lnTo>
                  <a:pt x="1290616" y="0"/>
                </a:lnTo>
                <a:lnTo>
                  <a:pt x="1290616" y="4037808"/>
                </a:lnTo>
                <a:lnTo>
                  <a:pt x="0" y="4037808"/>
                </a:lnTo>
                <a:lnTo>
                  <a:pt x="0" y="0"/>
                </a:lnTo>
                <a:close/>
              </a:path>
            </a:pathLst>
          </a:custGeom>
          <a:blipFill>
            <a:blip r:embed="rId4">
              <a:extLst>
                <a:ext uri="{96DAC541-7B7A-43D3-8B79-37D633B846F1}">
                  <asvg:svgBlip xmlns:asvg="http://schemas.microsoft.com/office/drawing/2016/SVG/main" r:embed="rId5"/>
                </a:ext>
              </a:extLst>
            </a:blip>
            <a:stretch>
              <a:fillRect l="-26852" t="0" r="-268491" b="-63314"/>
            </a:stretch>
          </a:blipFill>
        </p:spPr>
      </p:sp>
      <p:sp>
        <p:nvSpPr>
          <p:cNvPr name="Freeform 4" id="4"/>
          <p:cNvSpPr/>
          <p:nvPr/>
        </p:nvSpPr>
        <p:spPr>
          <a:xfrm flipH="false" flipV="false" rot="0">
            <a:off x="15125422" y="1379429"/>
            <a:ext cx="1290616" cy="4037808"/>
          </a:xfrm>
          <a:custGeom>
            <a:avLst/>
            <a:gdLst/>
            <a:ahLst/>
            <a:cxnLst/>
            <a:rect r="r" b="b" t="t" l="l"/>
            <a:pathLst>
              <a:path h="4037808" w="1290616">
                <a:moveTo>
                  <a:pt x="0" y="0"/>
                </a:moveTo>
                <a:lnTo>
                  <a:pt x="1290616" y="0"/>
                </a:lnTo>
                <a:lnTo>
                  <a:pt x="1290616" y="4037808"/>
                </a:lnTo>
                <a:lnTo>
                  <a:pt x="0" y="4037808"/>
                </a:lnTo>
                <a:lnTo>
                  <a:pt x="0" y="0"/>
                </a:lnTo>
                <a:close/>
              </a:path>
            </a:pathLst>
          </a:custGeom>
          <a:blipFill>
            <a:blip r:embed="rId4">
              <a:extLst>
                <a:ext uri="{96DAC541-7B7A-43D3-8B79-37D633B846F1}">
                  <asvg:svgBlip xmlns:asvg="http://schemas.microsoft.com/office/drawing/2016/SVG/main" r:embed="rId5"/>
                </a:ext>
              </a:extLst>
            </a:blip>
            <a:stretch>
              <a:fillRect l="-26852" t="0" r="-268491" b="-63314"/>
            </a:stretch>
          </a:blipFill>
        </p:spPr>
      </p:sp>
      <p:sp>
        <p:nvSpPr>
          <p:cNvPr name="Freeform 5" id="5"/>
          <p:cNvSpPr/>
          <p:nvPr/>
        </p:nvSpPr>
        <p:spPr>
          <a:xfrm flipH="false" flipV="false" rot="0">
            <a:off x="9711119" y="4929068"/>
            <a:ext cx="7315200" cy="3895344"/>
          </a:xfrm>
          <a:custGeom>
            <a:avLst/>
            <a:gdLst/>
            <a:ahLst/>
            <a:cxnLst/>
            <a:rect r="r" b="b" t="t" l="l"/>
            <a:pathLst>
              <a:path h="3895344" w="7315200">
                <a:moveTo>
                  <a:pt x="0" y="0"/>
                </a:moveTo>
                <a:lnTo>
                  <a:pt x="7315200" y="0"/>
                </a:lnTo>
                <a:lnTo>
                  <a:pt x="7315200" y="3895344"/>
                </a:lnTo>
                <a:lnTo>
                  <a:pt x="0" y="38953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338375" y="-3035049"/>
            <a:ext cx="1290616" cy="4037808"/>
          </a:xfrm>
          <a:custGeom>
            <a:avLst/>
            <a:gdLst/>
            <a:ahLst/>
            <a:cxnLst/>
            <a:rect r="r" b="b" t="t" l="l"/>
            <a:pathLst>
              <a:path h="4037808" w="1290616">
                <a:moveTo>
                  <a:pt x="0" y="0"/>
                </a:moveTo>
                <a:lnTo>
                  <a:pt x="1290616" y="0"/>
                </a:lnTo>
                <a:lnTo>
                  <a:pt x="1290616" y="4037808"/>
                </a:lnTo>
                <a:lnTo>
                  <a:pt x="0" y="4037808"/>
                </a:lnTo>
                <a:lnTo>
                  <a:pt x="0" y="0"/>
                </a:lnTo>
                <a:close/>
              </a:path>
            </a:pathLst>
          </a:custGeom>
          <a:blipFill>
            <a:blip r:embed="rId4">
              <a:extLst>
                <a:ext uri="{96DAC541-7B7A-43D3-8B79-37D633B846F1}">
                  <asvg:svgBlip xmlns:asvg="http://schemas.microsoft.com/office/drawing/2016/SVG/main" r:embed="rId5"/>
                </a:ext>
              </a:extLst>
            </a:blip>
            <a:stretch>
              <a:fillRect l="-26852" t="0" r="-268491" b="-63314"/>
            </a:stretch>
          </a:blipFill>
        </p:spPr>
      </p:sp>
      <p:sp>
        <p:nvSpPr>
          <p:cNvPr name="Freeform 7" id="7"/>
          <p:cNvSpPr/>
          <p:nvPr/>
        </p:nvSpPr>
        <p:spPr>
          <a:xfrm flipH="false" flipV="false" rot="0">
            <a:off x="15125422" y="-3035049"/>
            <a:ext cx="1290616" cy="4037808"/>
          </a:xfrm>
          <a:custGeom>
            <a:avLst/>
            <a:gdLst/>
            <a:ahLst/>
            <a:cxnLst/>
            <a:rect r="r" b="b" t="t" l="l"/>
            <a:pathLst>
              <a:path h="4037808" w="1290616">
                <a:moveTo>
                  <a:pt x="0" y="0"/>
                </a:moveTo>
                <a:lnTo>
                  <a:pt x="1290616" y="0"/>
                </a:lnTo>
                <a:lnTo>
                  <a:pt x="1290616" y="4037808"/>
                </a:lnTo>
                <a:lnTo>
                  <a:pt x="0" y="4037808"/>
                </a:lnTo>
                <a:lnTo>
                  <a:pt x="0" y="0"/>
                </a:lnTo>
                <a:close/>
              </a:path>
            </a:pathLst>
          </a:custGeom>
          <a:blipFill>
            <a:blip r:embed="rId4">
              <a:extLst>
                <a:ext uri="{96DAC541-7B7A-43D3-8B79-37D633B846F1}">
                  <asvg:svgBlip xmlns:asvg="http://schemas.microsoft.com/office/drawing/2016/SVG/main" r:embed="rId5"/>
                </a:ext>
              </a:extLst>
            </a:blip>
            <a:stretch>
              <a:fillRect l="-26852" t="0" r="-268491" b="-63314"/>
            </a:stretch>
          </a:blipFill>
        </p:spPr>
      </p:sp>
      <p:sp>
        <p:nvSpPr>
          <p:cNvPr name="Freeform 8" id="8"/>
          <p:cNvSpPr/>
          <p:nvPr/>
        </p:nvSpPr>
        <p:spPr>
          <a:xfrm flipH="false" flipV="false" rot="0">
            <a:off x="9711119" y="915022"/>
            <a:ext cx="7315200" cy="3895344"/>
          </a:xfrm>
          <a:custGeom>
            <a:avLst/>
            <a:gdLst/>
            <a:ahLst/>
            <a:cxnLst/>
            <a:rect r="r" b="b" t="t" l="l"/>
            <a:pathLst>
              <a:path h="3895344" w="7315200">
                <a:moveTo>
                  <a:pt x="0" y="0"/>
                </a:moveTo>
                <a:lnTo>
                  <a:pt x="7315200" y="0"/>
                </a:lnTo>
                <a:lnTo>
                  <a:pt x="7315200" y="3895344"/>
                </a:lnTo>
                <a:lnTo>
                  <a:pt x="0" y="38953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575916" y="5679799"/>
            <a:ext cx="2638075" cy="2758771"/>
          </a:xfrm>
          <a:custGeom>
            <a:avLst/>
            <a:gdLst/>
            <a:ahLst/>
            <a:cxnLst/>
            <a:rect r="r" b="b" t="t" l="l"/>
            <a:pathLst>
              <a:path h="2758771" w="2638075">
                <a:moveTo>
                  <a:pt x="0" y="0"/>
                </a:moveTo>
                <a:lnTo>
                  <a:pt x="2638075" y="0"/>
                </a:lnTo>
                <a:lnTo>
                  <a:pt x="2638075" y="2758771"/>
                </a:lnTo>
                <a:lnTo>
                  <a:pt x="0" y="27587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13523447" y="5679799"/>
            <a:ext cx="2638075" cy="2758771"/>
          </a:xfrm>
          <a:custGeom>
            <a:avLst/>
            <a:gdLst/>
            <a:ahLst/>
            <a:cxnLst/>
            <a:rect r="r" b="b" t="t" l="l"/>
            <a:pathLst>
              <a:path h="2758771" w="2638075">
                <a:moveTo>
                  <a:pt x="0" y="0"/>
                </a:moveTo>
                <a:lnTo>
                  <a:pt x="2638075" y="0"/>
                </a:lnTo>
                <a:lnTo>
                  <a:pt x="2638075" y="2758771"/>
                </a:lnTo>
                <a:lnTo>
                  <a:pt x="0" y="27587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6885769">
            <a:off x="14364492" y="6433694"/>
            <a:ext cx="901091" cy="723125"/>
          </a:xfrm>
          <a:custGeom>
            <a:avLst/>
            <a:gdLst/>
            <a:ahLst/>
            <a:cxnLst/>
            <a:rect r="r" b="b" t="t" l="l"/>
            <a:pathLst>
              <a:path h="723125" w="901091">
                <a:moveTo>
                  <a:pt x="0" y="0"/>
                </a:moveTo>
                <a:lnTo>
                  <a:pt x="901090" y="0"/>
                </a:lnTo>
                <a:lnTo>
                  <a:pt x="901090" y="723125"/>
                </a:lnTo>
                <a:lnTo>
                  <a:pt x="0" y="7231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0575916" y="1635936"/>
            <a:ext cx="2638075" cy="2758771"/>
          </a:xfrm>
          <a:custGeom>
            <a:avLst/>
            <a:gdLst/>
            <a:ahLst/>
            <a:cxnLst/>
            <a:rect r="r" b="b" t="t" l="l"/>
            <a:pathLst>
              <a:path h="2758771" w="2638075">
                <a:moveTo>
                  <a:pt x="0" y="0"/>
                </a:moveTo>
                <a:lnTo>
                  <a:pt x="2638075" y="0"/>
                </a:lnTo>
                <a:lnTo>
                  <a:pt x="2638075" y="2758772"/>
                </a:lnTo>
                <a:lnTo>
                  <a:pt x="0" y="27587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3" id="13"/>
          <p:cNvSpPr/>
          <p:nvPr/>
        </p:nvSpPr>
        <p:spPr>
          <a:xfrm flipH="false" flipV="false" rot="0">
            <a:off x="13523447" y="1635936"/>
            <a:ext cx="2638075" cy="2758771"/>
          </a:xfrm>
          <a:custGeom>
            <a:avLst/>
            <a:gdLst/>
            <a:ahLst/>
            <a:cxnLst/>
            <a:rect r="r" b="b" t="t" l="l"/>
            <a:pathLst>
              <a:path h="2758771" w="2638075">
                <a:moveTo>
                  <a:pt x="0" y="0"/>
                </a:moveTo>
                <a:lnTo>
                  <a:pt x="2638075" y="0"/>
                </a:lnTo>
                <a:lnTo>
                  <a:pt x="2638075" y="2758772"/>
                </a:lnTo>
                <a:lnTo>
                  <a:pt x="0" y="27587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0986554" y="6054910"/>
            <a:ext cx="1816800" cy="1480692"/>
          </a:xfrm>
          <a:custGeom>
            <a:avLst/>
            <a:gdLst/>
            <a:ahLst/>
            <a:cxnLst/>
            <a:rect r="r" b="b" t="t" l="l"/>
            <a:pathLst>
              <a:path h="1480692" w="1816800">
                <a:moveTo>
                  <a:pt x="0" y="0"/>
                </a:moveTo>
                <a:lnTo>
                  <a:pt x="1816799" y="0"/>
                </a:lnTo>
                <a:lnTo>
                  <a:pt x="1816799" y="1480692"/>
                </a:lnTo>
                <a:lnTo>
                  <a:pt x="0" y="148069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5" id="15"/>
          <p:cNvSpPr/>
          <p:nvPr/>
        </p:nvSpPr>
        <p:spPr>
          <a:xfrm flipH="false" flipV="false" rot="-2846091">
            <a:off x="14465957" y="1797901"/>
            <a:ext cx="698160" cy="1919340"/>
          </a:xfrm>
          <a:custGeom>
            <a:avLst/>
            <a:gdLst/>
            <a:ahLst/>
            <a:cxnLst/>
            <a:rect r="r" b="b" t="t" l="l"/>
            <a:pathLst>
              <a:path h="1919340" w="698160">
                <a:moveTo>
                  <a:pt x="0" y="0"/>
                </a:moveTo>
                <a:lnTo>
                  <a:pt x="698160" y="0"/>
                </a:lnTo>
                <a:lnTo>
                  <a:pt x="698160" y="1919340"/>
                </a:lnTo>
                <a:lnTo>
                  <a:pt x="0" y="191934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0971120" y="2208799"/>
            <a:ext cx="1639862" cy="1307790"/>
          </a:xfrm>
          <a:custGeom>
            <a:avLst/>
            <a:gdLst/>
            <a:ahLst/>
            <a:cxnLst/>
            <a:rect r="r" b="b" t="t" l="l"/>
            <a:pathLst>
              <a:path h="1307790" w="1639862">
                <a:moveTo>
                  <a:pt x="0" y="0"/>
                </a:moveTo>
                <a:lnTo>
                  <a:pt x="1639862" y="0"/>
                </a:lnTo>
                <a:lnTo>
                  <a:pt x="1639862" y="1307790"/>
                </a:lnTo>
                <a:lnTo>
                  <a:pt x="0" y="130779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6193172" y="6795256"/>
            <a:ext cx="4189656" cy="3571682"/>
          </a:xfrm>
          <a:custGeom>
            <a:avLst/>
            <a:gdLst/>
            <a:ahLst/>
            <a:cxnLst/>
            <a:rect r="r" b="b" t="t" l="l"/>
            <a:pathLst>
              <a:path h="3571682" w="4189656">
                <a:moveTo>
                  <a:pt x="0" y="0"/>
                </a:moveTo>
                <a:lnTo>
                  <a:pt x="4189656" y="0"/>
                </a:lnTo>
                <a:lnTo>
                  <a:pt x="4189656" y="3571682"/>
                </a:lnTo>
                <a:lnTo>
                  <a:pt x="0" y="357168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8" id="18"/>
          <p:cNvSpPr/>
          <p:nvPr/>
        </p:nvSpPr>
        <p:spPr>
          <a:xfrm flipH="false" flipV="false" rot="0">
            <a:off x="6396419" y="418181"/>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TextBox 19" id="19"/>
          <p:cNvSpPr txBox="true"/>
          <p:nvPr/>
        </p:nvSpPr>
        <p:spPr>
          <a:xfrm rot="0">
            <a:off x="1028700" y="3037556"/>
            <a:ext cx="5821051" cy="1806575"/>
          </a:xfrm>
          <a:prstGeom prst="rect">
            <a:avLst/>
          </a:prstGeom>
        </p:spPr>
        <p:txBody>
          <a:bodyPr anchor="t" rtlCol="false" tIns="0" lIns="0" bIns="0" rIns="0">
            <a:spAutoFit/>
          </a:bodyPr>
          <a:lstStyle/>
          <a:p>
            <a:pPr algn="l" marL="0" indent="0" lvl="0">
              <a:lnSpc>
                <a:spcPts val="6999"/>
              </a:lnSpc>
              <a:spcBef>
                <a:spcPct val="0"/>
              </a:spcBef>
            </a:pPr>
            <a:r>
              <a:rPr lang="en-US" sz="6999" spc="209" strike="noStrike" u="none">
                <a:solidFill>
                  <a:srgbClr val="3D3636"/>
                </a:solidFill>
                <a:latin typeface="Cheering Section"/>
                <a:ea typeface="Cheering Section"/>
                <a:cs typeface="Cheering Section"/>
                <a:sym typeface="Cheering Section"/>
              </a:rPr>
              <a:t>PERLENGKAPAN BULU TANGKIS</a:t>
            </a:r>
          </a:p>
        </p:txBody>
      </p:sp>
      <p:sp>
        <p:nvSpPr>
          <p:cNvPr name="TextBox 20" id="20"/>
          <p:cNvSpPr txBox="true"/>
          <p:nvPr/>
        </p:nvSpPr>
        <p:spPr>
          <a:xfrm rot="0">
            <a:off x="1028700" y="5217444"/>
            <a:ext cx="7722744" cy="2174875"/>
          </a:xfrm>
          <a:prstGeom prst="rect">
            <a:avLst/>
          </a:prstGeom>
        </p:spPr>
        <p:txBody>
          <a:bodyPr anchor="t" rtlCol="false" tIns="0" lIns="0" bIns="0" rIns="0">
            <a:spAutoFit/>
          </a:bodyPr>
          <a:lstStyle/>
          <a:p>
            <a:pPr algn="just">
              <a:lnSpc>
                <a:spcPts val="3499"/>
              </a:lnSpc>
              <a:spcBef>
                <a:spcPct val="0"/>
              </a:spcBef>
            </a:pPr>
            <a:r>
              <a:rPr lang="en-US" sz="2499">
                <a:solidFill>
                  <a:srgbClr val="3D3636"/>
                </a:solidFill>
                <a:latin typeface="Quicksand"/>
                <a:ea typeface="Quicksand"/>
                <a:cs typeface="Quicksand"/>
                <a:sym typeface="Quicksand"/>
              </a:rPr>
              <a:t>Dalam bulu tangkis, perlengkapan penting meliputi raket, kok, net, lapangan, sepatu olahraga, dan pakaian nyaman. Perlengkapan yang tepat meningkatkan keamanan dan kenyamanan pemain serta mengurangi risiko cedera selama permainan.</a:t>
            </a:r>
          </a:p>
        </p:txBody>
      </p:sp>
      <p:sp>
        <p:nvSpPr>
          <p:cNvPr name="TextBox 21" id="21"/>
          <p:cNvSpPr txBox="true"/>
          <p:nvPr/>
        </p:nvSpPr>
        <p:spPr>
          <a:xfrm rot="0">
            <a:off x="11894953" y="3559723"/>
            <a:ext cx="1096033" cy="349250"/>
          </a:xfrm>
          <a:prstGeom prst="rect">
            <a:avLst/>
          </a:prstGeom>
        </p:spPr>
        <p:txBody>
          <a:bodyPr anchor="t" rtlCol="false" tIns="0" lIns="0" bIns="0" rIns="0">
            <a:spAutoFit/>
          </a:bodyPr>
          <a:lstStyle/>
          <a:p>
            <a:pPr algn="r">
              <a:lnSpc>
                <a:spcPts val="2800"/>
              </a:lnSpc>
              <a:spcBef>
                <a:spcPct val="0"/>
              </a:spcBef>
            </a:pPr>
            <a:r>
              <a:rPr lang="en-US" b="true" sz="2000">
                <a:solidFill>
                  <a:srgbClr val="FFFFFF"/>
                </a:solidFill>
                <a:latin typeface="Quicksand Bold"/>
                <a:ea typeface="Quicksand Bold"/>
                <a:cs typeface="Quicksand Bold"/>
                <a:sym typeface="Quicksand Bold"/>
              </a:rPr>
              <a:t>Sepatu</a:t>
            </a:r>
          </a:p>
        </p:txBody>
      </p:sp>
      <p:sp>
        <p:nvSpPr>
          <p:cNvPr name="TextBox 22" id="22"/>
          <p:cNvSpPr txBox="true"/>
          <p:nvPr/>
        </p:nvSpPr>
        <p:spPr>
          <a:xfrm rot="0">
            <a:off x="11704013" y="7744605"/>
            <a:ext cx="1286974" cy="349250"/>
          </a:xfrm>
          <a:prstGeom prst="rect">
            <a:avLst/>
          </a:prstGeom>
        </p:spPr>
        <p:txBody>
          <a:bodyPr anchor="t" rtlCol="false" tIns="0" lIns="0" bIns="0" rIns="0">
            <a:spAutoFit/>
          </a:bodyPr>
          <a:lstStyle/>
          <a:p>
            <a:pPr algn="r" marL="0" indent="0" lvl="0">
              <a:lnSpc>
                <a:spcPts val="2800"/>
              </a:lnSpc>
              <a:spcBef>
                <a:spcPct val="0"/>
              </a:spcBef>
            </a:pPr>
            <a:r>
              <a:rPr lang="en-US" b="true" sz="2000" strike="noStrike" u="none">
                <a:solidFill>
                  <a:srgbClr val="FFFFFF"/>
                </a:solidFill>
                <a:latin typeface="Quicksand Bold"/>
                <a:ea typeface="Quicksand Bold"/>
                <a:cs typeface="Quicksand Bold"/>
                <a:sym typeface="Quicksand Bold"/>
              </a:rPr>
              <a:t>Net</a:t>
            </a:r>
          </a:p>
        </p:txBody>
      </p:sp>
      <p:sp>
        <p:nvSpPr>
          <p:cNvPr name="TextBox 23" id="23"/>
          <p:cNvSpPr txBox="true"/>
          <p:nvPr/>
        </p:nvSpPr>
        <p:spPr>
          <a:xfrm rot="0">
            <a:off x="14773561" y="3559723"/>
            <a:ext cx="1199970" cy="349250"/>
          </a:xfrm>
          <a:prstGeom prst="rect">
            <a:avLst/>
          </a:prstGeom>
        </p:spPr>
        <p:txBody>
          <a:bodyPr anchor="t" rtlCol="false" tIns="0" lIns="0" bIns="0" rIns="0">
            <a:spAutoFit/>
          </a:bodyPr>
          <a:lstStyle/>
          <a:p>
            <a:pPr algn="r" marL="0" indent="0" lvl="0">
              <a:lnSpc>
                <a:spcPts val="2800"/>
              </a:lnSpc>
              <a:spcBef>
                <a:spcPct val="0"/>
              </a:spcBef>
            </a:pPr>
            <a:r>
              <a:rPr lang="en-US" b="true" sz="2000" strike="noStrike" u="none">
                <a:solidFill>
                  <a:srgbClr val="FFFFFF"/>
                </a:solidFill>
                <a:latin typeface="Quicksand Bold"/>
                <a:ea typeface="Quicksand Bold"/>
                <a:cs typeface="Quicksand Bold"/>
                <a:sym typeface="Quicksand Bold"/>
              </a:rPr>
              <a:t>Raket</a:t>
            </a:r>
          </a:p>
        </p:txBody>
      </p:sp>
      <p:sp>
        <p:nvSpPr>
          <p:cNvPr name="TextBox 24" id="24"/>
          <p:cNvSpPr txBox="true"/>
          <p:nvPr/>
        </p:nvSpPr>
        <p:spPr>
          <a:xfrm rot="0">
            <a:off x="14732086" y="7744605"/>
            <a:ext cx="1199970" cy="349250"/>
          </a:xfrm>
          <a:prstGeom prst="rect">
            <a:avLst/>
          </a:prstGeom>
        </p:spPr>
        <p:txBody>
          <a:bodyPr anchor="t" rtlCol="false" tIns="0" lIns="0" bIns="0" rIns="0">
            <a:spAutoFit/>
          </a:bodyPr>
          <a:lstStyle/>
          <a:p>
            <a:pPr algn="r" marL="0" indent="0" lvl="0">
              <a:lnSpc>
                <a:spcPts val="2800"/>
              </a:lnSpc>
              <a:spcBef>
                <a:spcPct val="0"/>
              </a:spcBef>
            </a:pPr>
            <a:r>
              <a:rPr lang="en-US" b="true" sz="2000" strike="noStrike" u="none">
                <a:solidFill>
                  <a:srgbClr val="FFFFFF"/>
                </a:solidFill>
                <a:latin typeface="Quicksand Bold"/>
                <a:ea typeface="Quicksand Bold"/>
                <a:cs typeface="Quicksand Bold"/>
                <a:sym typeface="Quicksand Bold"/>
              </a:rPr>
              <a:t>Kok</a:t>
            </a:r>
          </a:p>
        </p:txBody>
      </p:sp>
    </p:spTree>
  </p:cSld>
  <p:clrMapOvr>
    <a:masterClrMapping/>
  </p:clrMapOvr>
  <p:transition spd="slow">
    <p:cover dir="l"/>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127079" y="9258300"/>
            <a:ext cx="26542157" cy="3417303"/>
          </a:xfrm>
          <a:custGeom>
            <a:avLst/>
            <a:gdLst/>
            <a:ahLst/>
            <a:cxnLst/>
            <a:rect r="r" b="b" t="t" l="l"/>
            <a:pathLst>
              <a:path h="3417303" w="26542157">
                <a:moveTo>
                  <a:pt x="0" y="0"/>
                </a:moveTo>
                <a:lnTo>
                  <a:pt x="26542158" y="0"/>
                </a:lnTo>
                <a:lnTo>
                  <a:pt x="26542158" y="3417303"/>
                </a:lnTo>
                <a:lnTo>
                  <a:pt x="0" y="3417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0" y="5312031"/>
            <a:ext cx="6996331" cy="4556361"/>
          </a:xfrm>
          <a:custGeom>
            <a:avLst/>
            <a:gdLst/>
            <a:ahLst/>
            <a:cxnLst/>
            <a:rect r="r" b="b" t="t" l="l"/>
            <a:pathLst>
              <a:path h="4556361" w="6996331">
                <a:moveTo>
                  <a:pt x="0" y="0"/>
                </a:moveTo>
                <a:lnTo>
                  <a:pt x="6996331" y="0"/>
                </a:lnTo>
                <a:lnTo>
                  <a:pt x="6996331" y="4556360"/>
                </a:lnTo>
                <a:lnTo>
                  <a:pt x="0" y="45563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147371" y="-2526679"/>
            <a:ext cx="1169760" cy="3659701"/>
          </a:xfrm>
          <a:custGeom>
            <a:avLst/>
            <a:gdLst/>
            <a:ahLst/>
            <a:cxnLst/>
            <a:rect r="r" b="b" t="t" l="l"/>
            <a:pathLst>
              <a:path h="3659701" w="1169760">
                <a:moveTo>
                  <a:pt x="0" y="0"/>
                </a:moveTo>
                <a:lnTo>
                  <a:pt x="1169760" y="0"/>
                </a:lnTo>
                <a:lnTo>
                  <a:pt x="1169760" y="3659701"/>
                </a:lnTo>
                <a:lnTo>
                  <a:pt x="0" y="3659701"/>
                </a:lnTo>
                <a:lnTo>
                  <a:pt x="0" y="0"/>
                </a:lnTo>
                <a:close/>
              </a:path>
            </a:pathLst>
          </a:custGeom>
          <a:blipFill>
            <a:blip r:embed="rId6">
              <a:extLst>
                <a:ext uri="{96DAC541-7B7A-43D3-8B79-37D633B846F1}">
                  <asvg:svgBlip xmlns:asvg="http://schemas.microsoft.com/office/drawing/2016/SVG/main" r:embed="rId7"/>
                </a:ext>
              </a:extLst>
            </a:blip>
            <a:stretch>
              <a:fillRect l="-26852" t="0" r="-268491" b="-63314"/>
            </a:stretch>
          </a:blipFill>
        </p:spPr>
      </p:sp>
      <p:sp>
        <p:nvSpPr>
          <p:cNvPr name="Freeform 5" id="5"/>
          <p:cNvSpPr/>
          <p:nvPr/>
        </p:nvSpPr>
        <p:spPr>
          <a:xfrm flipH="false" flipV="false" rot="0">
            <a:off x="5486152" y="-2526679"/>
            <a:ext cx="1169760" cy="3659701"/>
          </a:xfrm>
          <a:custGeom>
            <a:avLst/>
            <a:gdLst/>
            <a:ahLst/>
            <a:cxnLst/>
            <a:rect r="r" b="b" t="t" l="l"/>
            <a:pathLst>
              <a:path h="3659701" w="1169760">
                <a:moveTo>
                  <a:pt x="0" y="0"/>
                </a:moveTo>
                <a:lnTo>
                  <a:pt x="1169760" y="0"/>
                </a:lnTo>
                <a:lnTo>
                  <a:pt x="1169760" y="3659701"/>
                </a:lnTo>
                <a:lnTo>
                  <a:pt x="0" y="3659701"/>
                </a:lnTo>
                <a:lnTo>
                  <a:pt x="0" y="0"/>
                </a:lnTo>
                <a:close/>
              </a:path>
            </a:pathLst>
          </a:custGeom>
          <a:blipFill>
            <a:blip r:embed="rId6">
              <a:extLst>
                <a:ext uri="{96DAC541-7B7A-43D3-8B79-37D633B846F1}">
                  <asvg:svgBlip xmlns:asvg="http://schemas.microsoft.com/office/drawing/2016/SVG/main" r:embed="rId7"/>
                </a:ext>
              </a:extLst>
            </a:blip>
            <a:stretch>
              <a:fillRect l="-26852" t="0" r="-268491" b="-63314"/>
            </a:stretch>
          </a:blipFill>
        </p:spPr>
      </p:sp>
      <p:sp>
        <p:nvSpPr>
          <p:cNvPr name="Freeform 6" id="6"/>
          <p:cNvSpPr/>
          <p:nvPr/>
        </p:nvSpPr>
        <p:spPr>
          <a:xfrm flipH="false" flipV="false" rot="0">
            <a:off x="578853" y="1053501"/>
            <a:ext cx="6630193" cy="3530578"/>
          </a:xfrm>
          <a:custGeom>
            <a:avLst/>
            <a:gdLst/>
            <a:ahLst/>
            <a:cxnLst/>
            <a:rect r="r" b="b" t="t" l="l"/>
            <a:pathLst>
              <a:path h="3530578" w="6630193">
                <a:moveTo>
                  <a:pt x="0" y="0"/>
                </a:moveTo>
                <a:lnTo>
                  <a:pt x="6630193" y="0"/>
                </a:lnTo>
                <a:lnTo>
                  <a:pt x="6630193" y="3530578"/>
                </a:lnTo>
                <a:lnTo>
                  <a:pt x="0" y="35305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6584729" y="5312031"/>
            <a:ext cx="457712" cy="570357"/>
          </a:xfrm>
          <a:custGeom>
            <a:avLst/>
            <a:gdLst/>
            <a:ahLst/>
            <a:cxnLst/>
            <a:rect r="r" b="b" t="t" l="l"/>
            <a:pathLst>
              <a:path h="570357" w="457712">
                <a:moveTo>
                  <a:pt x="0" y="0"/>
                </a:moveTo>
                <a:lnTo>
                  <a:pt x="457712" y="0"/>
                </a:lnTo>
                <a:lnTo>
                  <a:pt x="457712" y="570357"/>
                </a:lnTo>
                <a:lnTo>
                  <a:pt x="0" y="5703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grpSp>
        <p:nvGrpSpPr>
          <p:cNvPr name="Group 8" id="8"/>
          <p:cNvGrpSpPr/>
          <p:nvPr/>
        </p:nvGrpSpPr>
        <p:grpSpPr>
          <a:xfrm rot="912000">
            <a:off x="13983715" y="540328"/>
            <a:ext cx="2311927" cy="4550706"/>
            <a:chOff x="0" y="0"/>
            <a:chExt cx="887611" cy="1747139"/>
          </a:xfrm>
        </p:grpSpPr>
        <p:sp>
          <p:nvSpPr>
            <p:cNvPr name="Freeform 9" id="9"/>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10" id="10"/>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false" flipV="false" rot="912000">
            <a:off x="15841048" y="-7305662"/>
            <a:ext cx="1724546" cy="8569170"/>
          </a:xfrm>
          <a:custGeom>
            <a:avLst/>
            <a:gdLst/>
            <a:ahLst/>
            <a:cxnLst/>
            <a:rect r="r" b="b" t="t" l="l"/>
            <a:pathLst>
              <a:path h="8569170" w="1724546">
                <a:moveTo>
                  <a:pt x="0" y="0"/>
                </a:moveTo>
                <a:lnTo>
                  <a:pt x="1724545" y="0"/>
                </a:lnTo>
                <a:lnTo>
                  <a:pt x="1724545" y="8569170"/>
                </a:lnTo>
                <a:lnTo>
                  <a:pt x="0" y="85691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2" id="12"/>
          <p:cNvSpPr txBox="true"/>
          <p:nvPr/>
        </p:nvSpPr>
        <p:spPr>
          <a:xfrm rot="0">
            <a:off x="7790436" y="3396417"/>
            <a:ext cx="9227300" cy="920750"/>
          </a:xfrm>
          <a:prstGeom prst="rect">
            <a:avLst/>
          </a:prstGeom>
        </p:spPr>
        <p:txBody>
          <a:bodyPr anchor="t" rtlCol="false" tIns="0" lIns="0" bIns="0" rIns="0">
            <a:spAutoFit/>
          </a:bodyPr>
          <a:lstStyle/>
          <a:p>
            <a:pPr algn="l" marL="0" indent="0" lvl="0">
              <a:lnSpc>
                <a:spcPts val="6999"/>
              </a:lnSpc>
              <a:spcBef>
                <a:spcPct val="0"/>
              </a:spcBef>
            </a:pPr>
            <a:r>
              <a:rPr lang="en-US" sz="6999" spc="209">
                <a:solidFill>
                  <a:srgbClr val="3D3636"/>
                </a:solidFill>
                <a:latin typeface="Cheering Section"/>
                <a:ea typeface="Cheering Section"/>
                <a:cs typeface="Cheering Section"/>
                <a:sym typeface="Cheering Section"/>
              </a:rPr>
              <a:t>CA</a:t>
            </a:r>
            <a:r>
              <a:rPr lang="en-US" sz="6999" spc="209" strike="noStrike" u="none">
                <a:solidFill>
                  <a:srgbClr val="3D3636"/>
                </a:solidFill>
                <a:latin typeface="Cheering Section"/>
                <a:ea typeface="Cheering Section"/>
                <a:cs typeface="Cheering Section"/>
                <a:sym typeface="Cheering Section"/>
              </a:rPr>
              <a:t>RA MEMEGANG RAKET</a:t>
            </a:r>
          </a:p>
        </p:txBody>
      </p:sp>
      <p:sp>
        <p:nvSpPr>
          <p:cNvPr name="TextBox 13" id="13"/>
          <p:cNvSpPr txBox="true"/>
          <p:nvPr/>
        </p:nvSpPr>
        <p:spPr>
          <a:xfrm rot="0">
            <a:off x="7790436" y="4420433"/>
            <a:ext cx="8912885" cy="2174875"/>
          </a:xfrm>
          <a:prstGeom prst="rect">
            <a:avLst/>
          </a:prstGeom>
        </p:spPr>
        <p:txBody>
          <a:bodyPr anchor="t" rtlCol="false" tIns="0" lIns="0" bIns="0" rIns="0">
            <a:spAutoFit/>
          </a:bodyPr>
          <a:lstStyle/>
          <a:p>
            <a:pPr algn="just">
              <a:lnSpc>
                <a:spcPts val="3499"/>
              </a:lnSpc>
              <a:spcBef>
                <a:spcPct val="0"/>
              </a:spcBef>
            </a:pPr>
            <a:r>
              <a:rPr lang="en-US" sz="2499">
                <a:solidFill>
                  <a:srgbClr val="3D3636"/>
                </a:solidFill>
                <a:latin typeface="Quicksand"/>
                <a:ea typeface="Quicksand"/>
                <a:cs typeface="Quicksand"/>
                <a:sym typeface="Quicksand"/>
              </a:rPr>
              <a:t>Teknik memegang raket adalah dasar penting dalam bulu tangkis. Pegangan yang benar meningkatkan kekuatan, akurasi, dan kontrol pukulan. Pemain harus memegang raket dengan rileks tetapi kuat, memungkinkan berbagai pukulan efektif tanpa cepat lelah.</a:t>
            </a:r>
          </a:p>
        </p:txBody>
      </p:sp>
      <p:grpSp>
        <p:nvGrpSpPr>
          <p:cNvPr name="Group 14" id="14"/>
          <p:cNvGrpSpPr/>
          <p:nvPr/>
        </p:nvGrpSpPr>
        <p:grpSpPr>
          <a:xfrm rot="-912000">
            <a:off x="7905040" y="540328"/>
            <a:ext cx="2311927" cy="4550706"/>
            <a:chOff x="0" y="0"/>
            <a:chExt cx="887611" cy="1747139"/>
          </a:xfrm>
        </p:grpSpPr>
        <p:sp>
          <p:nvSpPr>
            <p:cNvPr name="Freeform 15" id="15"/>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16" id="16"/>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913140">
            <a:off x="6580655" y="-7305662"/>
            <a:ext cx="1724546" cy="8569170"/>
          </a:xfrm>
          <a:custGeom>
            <a:avLst/>
            <a:gdLst/>
            <a:ahLst/>
            <a:cxnLst/>
            <a:rect r="r" b="b" t="t" l="l"/>
            <a:pathLst>
              <a:path h="8569170" w="1724546">
                <a:moveTo>
                  <a:pt x="0" y="0"/>
                </a:moveTo>
                <a:lnTo>
                  <a:pt x="1724546" y="0"/>
                </a:lnTo>
                <a:lnTo>
                  <a:pt x="1724546" y="8569170"/>
                </a:lnTo>
                <a:lnTo>
                  <a:pt x="0" y="85691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0">
            <a:off x="-210491" y="8947983"/>
            <a:ext cx="5551626" cy="3039515"/>
          </a:xfrm>
          <a:custGeom>
            <a:avLst/>
            <a:gdLst/>
            <a:ahLst/>
            <a:cxnLst/>
            <a:rect r="r" b="b" t="t" l="l"/>
            <a:pathLst>
              <a:path h="3039515" w="5551626">
                <a:moveTo>
                  <a:pt x="0" y="0"/>
                </a:moveTo>
                <a:lnTo>
                  <a:pt x="5551626" y="0"/>
                </a:lnTo>
                <a:lnTo>
                  <a:pt x="5551626" y="3039516"/>
                </a:lnTo>
                <a:lnTo>
                  <a:pt x="0" y="303951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9" id="19"/>
          <p:cNvSpPr/>
          <p:nvPr/>
        </p:nvSpPr>
        <p:spPr>
          <a:xfrm flipH="false" flipV="false" rot="0">
            <a:off x="5221474" y="8947983"/>
            <a:ext cx="5551626" cy="3039515"/>
          </a:xfrm>
          <a:custGeom>
            <a:avLst/>
            <a:gdLst/>
            <a:ahLst/>
            <a:cxnLst/>
            <a:rect r="r" b="b" t="t" l="l"/>
            <a:pathLst>
              <a:path h="3039515" w="5551626">
                <a:moveTo>
                  <a:pt x="0" y="0"/>
                </a:moveTo>
                <a:lnTo>
                  <a:pt x="5551627" y="0"/>
                </a:lnTo>
                <a:lnTo>
                  <a:pt x="5551627" y="3039516"/>
                </a:lnTo>
                <a:lnTo>
                  <a:pt x="0" y="303951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20" id="20"/>
          <p:cNvSpPr/>
          <p:nvPr/>
        </p:nvSpPr>
        <p:spPr>
          <a:xfrm flipH="false" flipV="false" rot="0">
            <a:off x="10651768" y="8947983"/>
            <a:ext cx="5551626" cy="3039515"/>
          </a:xfrm>
          <a:custGeom>
            <a:avLst/>
            <a:gdLst/>
            <a:ahLst/>
            <a:cxnLst/>
            <a:rect r="r" b="b" t="t" l="l"/>
            <a:pathLst>
              <a:path h="3039515" w="5551626">
                <a:moveTo>
                  <a:pt x="0" y="0"/>
                </a:moveTo>
                <a:lnTo>
                  <a:pt x="5551627" y="0"/>
                </a:lnTo>
                <a:lnTo>
                  <a:pt x="5551627" y="3039516"/>
                </a:lnTo>
                <a:lnTo>
                  <a:pt x="0" y="303951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TextBox 21" id="21"/>
          <p:cNvSpPr txBox="true"/>
          <p:nvPr/>
        </p:nvSpPr>
        <p:spPr>
          <a:xfrm rot="0">
            <a:off x="1726830" y="1948354"/>
            <a:ext cx="1841119" cy="423407"/>
          </a:xfrm>
          <a:prstGeom prst="rect">
            <a:avLst/>
          </a:prstGeom>
        </p:spPr>
        <p:txBody>
          <a:bodyPr anchor="t" rtlCol="false" tIns="0" lIns="0" bIns="0" rIns="0">
            <a:spAutoFit/>
          </a:bodyPr>
          <a:lstStyle/>
          <a:p>
            <a:pPr algn="ctr" marL="0" indent="0" lvl="0">
              <a:lnSpc>
                <a:spcPts val="3169"/>
              </a:lnSpc>
              <a:spcBef>
                <a:spcPct val="0"/>
              </a:spcBef>
            </a:pPr>
            <a:r>
              <a:rPr lang="en-US" sz="3169" spc="95">
                <a:solidFill>
                  <a:srgbClr val="3D3636"/>
                </a:solidFill>
                <a:latin typeface="Cheering Section"/>
                <a:ea typeface="Cheering Section"/>
                <a:cs typeface="Cheering Section"/>
                <a:sym typeface="Cheering Section"/>
              </a:rPr>
              <a:t>PEMAIN 1</a:t>
            </a:r>
          </a:p>
        </p:txBody>
      </p:sp>
      <p:sp>
        <p:nvSpPr>
          <p:cNvPr name="TextBox 22" id="22"/>
          <p:cNvSpPr txBox="true"/>
          <p:nvPr/>
        </p:nvSpPr>
        <p:spPr>
          <a:xfrm rot="0">
            <a:off x="4219949" y="1948354"/>
            <a:ext cx="1841119" cy="423407"/>
          </a:xfrm>
          <a:prstGeom prst="rect">
            <a:avLst/>
          </a:prstGeom>
        </p:spPr>
        <p:txBody>
          <a:bodyPr anchor="t" rtlCol="false" tIns="0" lIns="0" bIns="0" rIns="0">
            <a:spAutoFit/>
          </a:bodyPr>
          <a:lstStyle/>
          <a:p>
            <a:pPr algn="ctr" marL="0" indent="0" lvl="0">
              <a:lnSpc>
                <a:spcPts val="3169"/>
              </a:lnSpc>
              <a:spcBef>
                <a:spcPct val="0"/>
              </a:spcBef>
            </a:pPr>
            <a:r>
              <a:rPr lang="en-US" sz="3169" spc="95">
                <a:solidFill>
                  <a:srgbClr val="3D3636"/>
                </a:solidFill>
                <a:latin typeface="Cheering Section"/>
                <a:ea typeface="Cheering Section"/>
                <a:cs typeface="Cheering Section"/>
                <a:sym typeface="Cheering Section"/>
              </a:rPr>
              <a:t>PEMAIN 2</a:t>
            </a:r>
          </a:p>
        </p:txBody>
      </p:sp>
      <p:sp>
        <p:nvSpPr>
          <p:cNvPr name="TextBox 23" id="23"/>
          <p:cNvSpPr txBox="true"/>
          <p:nvPr/>
        </p:nvSpPr>
        <p:spPr>
          <a:xfrm rot="0">
            <a:off x="2261200" y="2581310"/>
            <a:ext cx="867758" cy="1466988"/>
          </a:xfrm>
          <a:prstGeom prst="rect">
            <a:avLst/>
          </a:prstGeom>
        </p:spPr>
        <p:txBody>
          <a:bodyPr anchor="t" rtlCol="false" tIns="0" lIns="0" bIns="0" rIns="0">
            <a:spAutoFit/>
          </a:bodyPr>
          <a:lstStyle/>
          <a:p>
            <a:pPr algn="ctr" marL="0" indent="0" lvl="0">
              <a:lnSpc>
                <a:spcPts val="11033"/>
              </a:lnSpc>
              <a:spcBef>
                <a:spcPct val="0"/>
              </a:spcBef>
            </a:pPr>
            <a:r>
              <a:rPr lang="en-US" sz="11033" spc="331">
                <a:solidFill>
                  <a:srgbClr val="3D3636"/>
                </a:solidFill>
                <a:latin typeface="Cheering Section"/>
                <a:ea typeface="Cheering Section"/>
                <a:cs typeface="Cheering Section"/>
                <a:sym typeface="Cheering Section"/>
              </a:rPr>
              <a:t>4</a:t>
            </a:r>
          </a:p>
        </p:txBody>
      </p:sp>
      <p:sp>
        <p:nvSpPr>
          <p:cNvPr name="TextBox 24" id="24"/>
          <p:cNvSpPr txBox="true"/>
          <p:nvPr/>
        </p:nvSpPr>
        <p:spPr>
          <a:xfrm rot="0">
            <a:off x="4882643" y="2581310"/>
            <a:ext cx="867758" cy="1466988"/>
          </a:xfrm>
          <a:prstGeom prst="rect">
            <a:avLst/>
          </a:prstGeom>
        </p:spPr>
        <p:txBody>
          <a:bodyPr anchor="t" rtlCol="false" tIns="0" lIns="0" bIns="0" rIns="0">
            <a:spAutoFit/>
          </a:bodyPr>
          <a:lstStyle/>
          <a:p>
            <a:pPr algn="ctr" marL="0" indent="0" lvl="0">
              <a:lnSpc>
                <a:spcPts val="11033"/>
              </a:lnSpc>
              <a:spcBef>
                <a:spcPct val="0"/>
              </a:spcBef>
            </a:pPr>
            <a:r>
              <a:rPr lang="en-US" sz="11033" spc="331">
                <a:solidFill>
                  <a:srgbClr val="3D3636"/>
                </a:solidFill>
                <a:latin typeface="Cheering Section"/>
                <a:ea typeface="Cheering Section"/>
                <a:cs typeface="Cheering Section"/>
                <a:sym typeface="Cheering Section"/>
              </a:rPr>
              <a:t>2</a:t>
            </a:r>
          </a:p>
        </p:txBody>
      </p:sp>
      <p:sp>
        <p:nvSpPr>
          <p:cNvPr name="AutoShape 25" id="25"/>
          <p:cNvSpPr/>
          <p:nvPr/>
        </p:nvSpPr>
        <p:spPr>
          <a:xfrm flipV="true">
            <a:off x="3912999" y="1891204"/>
            <a:ext cx="0" cy="1994251"/>
          </a:xfrm>
          <a:prstGeom prst="line">
            <a:avLst/>
          </a:prstGeom>
          <a:ln cap="flat" w="38100">
            <a:solidFill>
              <a:srgbClr val="FFFFFF"/>
            </a:solidFill>
            <a:prstDash val="solid"/>
            <a:headEnd type="none" len="sm" w="sm"/>
            <a:tailEnd type="none" len="sm" w="sm"/>
          </a:ln>
        </p:spPr>
      </p:sp>
    </p:spTree>
  </p:cSld>
  <p:clrMapOvr>
    <a:masterClrMapping/>
  </p:clrMapOvr>
  <p:transition spd="slow">
    <p:cover dir="l"/>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127079" y="9232936"/>
            <a:ext cx="26542157" cy="3450480"/>
          </a:xfrm>
          <a:custGeom>
            <a:avLst/>
            <a:gdLst/>
            <a:ahLst/>
            <a:cxnLst/>
            <a:rect r="r" b="b" t="t" l="l"/>
            <a:pathLst>
              <a:path h="3450480" w="26542157">
                <a:moveTo>
                  <a:pt x="0" y="0"/>
                </a:moveTo>
                <a:lnTo>
                  <a:pt x="26542158" y="0"/>
                </a:lnTo>
                <a:lnTo>
                  <a:pt x="26542158" y="3450480"/>
                </a:lnTo>
                <a:lnTo>
                  <a:pt x="0" y="3450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6885769">
            <a:off x="12047326" y="1934109"/>
            <a:ext cx="632718" cy="507756"/>
          </a:xfrm>
          <a:custGeom>
            <a:avLst/>
            <a:gdLst/>
            <a:ahLst/>
            <a:cxnLst/>
            <a:rect r="r" b="b" t="t" l="l"/>
            <a:pathLst>
              <a:path h="507756" w="632718">
                <a:moveTo>
                  <a:pt x="0" y="0"/>
                </a:moveTo>
                <a:lnTo>
                  <a:pt x="632717" y="0"/>
                </a:lnTo>
                <a:lnTo>
                  <a:pt x="632717" y="507756"/>
                </a:lnTo>
                <a:lnTo>
                  <a:pt x="0" y="5077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403029" y="-2430714"/>
            <a:ext cx="1169760" cy="3659701"/>
          </a:xfrm>
          <a:custGeom>
            <a:avLst/>
            <a:gdLst/>
            <a:ahLst/>
            <a:cxnLst/>
            <a:rect r="r" b="b" t="t" l="l"/>
            <a:pathLst>
              <a:path h="3659701" w="1169760">
                <a:moveTo>
                  <a:pt x="0" y="0"/>
                </a:moveTo>
                <a:lnTo>
                  <a:pt x="1169761" y="0"/>
                </a:lnTo>
                <a:lnTo>
                  <a:pt x="1169761" y="3659701"/>
                </a:lnTo>
                <a:lnTo>
                  <a:pt x="0" y="3659701"/>
                </a:lnTo>
                <a:lnTo>
                  <a:pt x="0" y="0"/>
                </a:lnTo>
                <a:close/>
              </a:path>
            </a:pathLst>
          </a:custGeom>
          <a:blipFill>
            <a:blip r:embed="rId6">
              <a:extLst>
                <a:ext uri="{96DAC541-7B7A-43D3-8B79-37D633B846F1}">
                  <asvg:svgBlip xmlns:asvg="http://schemas.microsoft.com/office/drawing/2016/SVG/main" r:embed="rId7"/>
                </a:ext>
              </a:extLst>
            </a:blip>
            <a:stretch>
              <a:fillRect l="-26852" t="0" r="-268491" b="-63314"/>
            </a:stretch>
          </a:blipFill>
        </p:spPr>
      </p:sp>
      <p:sp>
        <p:nvSpPr>
          <p:cNvPr name="Freeform 5" id="5"/>
          <p:cNvSpPr/>
          <p:nvPr/>
        </p:nvSpPr>
        <p:spPr>
          <a:xfrm flipH="false" flipV="false" rot="0">
            <a:off x="7741810" y="-2430714"/>
            <a:ext cx="1169760" cy="3659701"/>
          </a:xfrm>
          <a:custGeom>
            <a:avLst/>
            <a:gdLst/>
            <a:ahLst/>
            <a:cxnLst/>
            <a:rect r="r" b="b" t="t" l="l"/>
            <a:pathLst>
              <a:path h="3659701" w="1169760">
                <a:moveTo>
                  <a:pt x="0" y="0"/>
                </a:moveTo>
                <a:lnTo>
                  <a:pt x="1169760" y="0"/>
                </a:lnTo>
                <a:lnTo>
                  <a:pt x="1169760" y="3659701"/>
                </a:lnTo>
                <a:lnTo>
                  <a:pt x="0" y="3659701"/>
                </a:lnTo>
                <a:lnTo>
                  <a:pt x="0" y="0"/>
                </a:lnTo>
                <a:close/>
              </a:path>
            </a:pathLst>
          </a:custGeom>
          <a:blipFill>
            <a:blip r:embed="rId6">
              <a:extLst>
                <a:ext uri="{96DAC541-7B7A-43D3-8B79-37D633B846F1}">
                  <asvg:svgBlip xmlns:asvg="http://schemas.microsoft.com/office/drawing/2016/SVG/main" r:embed="rId7"/>
                </a:ext>
              </a:extLst>
            </a:blip>
            <a:stretch>
              <a:fillRect l="-26852" t="0" r="-268491" b="-63314"/>
            </a:stretch>
          </a:blipFill>
        </p:spPr>
      </p:sp>
      <p:sp>
        <p:nvSpPr>
          <p:cNvPr name="Freeform 6" id="6"/>
          <p:cNvSpPr/>
          <p:nvPr/>
        </p:nvSpPr>
        <p:spPr>
          <a:xfrm flipH="false" flipV="false" rot="0">
            <a:off x="2997490" y="1197257"/>
            <a:ext cx="6319620" cy="3290857"/>
          </a:xfrm>
          <a:custGeom>
            <a:avLst/>
            <a:gdLst/>
            <a:ahLst/>
            <a:cxnLst/>
            <a:rect r="r" b="b" t="t" l="l"/>
            <a:pathLst>
              <a:path h="3290857" w="6319620">
                <a:moveTo>
                  <a:pt x="0" y="0"/>
                </a:moveTo>
                <a:lnTo>
                  <a:pt x="6319620" y="0"/>
                </a:lnTo>
                <a:lnTo>
                  <a:pt x="6319620" y="3290857"/>
                </a:lnTo>
                <a:lnTo>
                  <a:pt x="0" y="3290857"/>
                </a:lnTo>
                <a:lnTo>
                  <a:pt x="0" y="0"/>
                </a:lnTo>
                <a:close/>
              </a:path>
            </a:pathLst>
          </a:custGeom>
          <a:blipFill>
            <a:blip r:embed="rId8">
              <a:extLst>
                <a:ext uri="{96DAC541-7B7A-43D3-8B79-37D633B846F1}">
                  <asvg:svgBlip xmlns:asvg="http://schemas.microsoft.com/office/drawing/2016/SVG/main" r:embed="rId9"/>
                </a:ext>
              </a:extLst>
            </a:blip>
            <a:stretch>
              <a:fillRect l="0" t="-36105" r="0" b="0"/>
            </a:stretch>
          </a:blipFill>
          <a:ln cap="sq">
            <a:noFill/>
            <a:prstDash val="solid"/>
            <a:miter/>
          </a:ln>
        </p:spPr>
      </p:sp>
      <p:grpSp>
        <p:nvGrpSpPr>
          <p:cNvPr name="Group 7" id="7"/>
          <p:cNvGrpSpPr/>
          <p:nvPr/>
        </p:nvGrpSpPr>
        <p:grpSpPr>
          <a:xfrm rot="912000">
            <a:off x="13147650" y="679001"/>
            <a:ext cx="2311927" cy="4550706"/>
            <a:chOff x="0" y="0"/>
            <a:chExt cx="887611" cy="1747139"/>
          </a:xfrm>
        </p:grpSpPr>
        <p:sp>
          <p:nvSpPr>
            <p:cNvPr name="Freeform 8" id="8"/>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9" id="9"/>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10" id="10"/>
          <p:cNvSpPr/>
          <p:nvPr/>
        </p:nvSpPr>
        <p:spPr>
          <a:xfrm flipH="false" flipV="false" rot="0">
            <a:off x="12726729" y="2581597"/>
            <a:ext cx="2581310" cy="7705403"/>
          </a:xfrm>
          <a:custGeom>
            <a:avLst/>
            <a:gdLst/>
            <a:ahLst/>
            <a:cxnLst/>
            <a:rect r="r" b="b" t="t" l="l"/>
            <a:pathLst>
              <a:path h="7705403" w="2581310">
                <a:moveTo>
                  <a:pt x="0" y="0"/>
                </a:moveTo>
                <a:lnTo>
                  <a:pt x="2581310" y="0"/>
                </a:lnTo>
                <a:lnTo>
                  <a:pt x="2581310" y="7705403"/>
                </a:lnTo>
                <a:lnTo>
                  <a:pt x="0" y="77054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1" id="11"/>
          <p:cNvSpPr/>
          <p:nvPr/>
        </p:nvSpPr>
        <p:spPr>
          <a:xfrm flipH="false" flipV="false" rot="912000">
            <a:off x="15004983" y="-7166989"/>
            <a:ext cx="1724546" cy="8569170"/>
          </a:xfrm>
          <a:custGeom>
            <a:avLst/>
            <a:gdLst/>
            <a:ahLst/>
            <a:cxnLst/>
            <a:rect r="r" b="b" t="t" l="l"/>
            <a:pathLst>
              <a:path h="8569170" w="1724546">
                <a:moveTo>
                  <a:pt x="0" y="0"/>
                </a:moveTo>
                <a:lnTo>
                  <a:pt x="1724546" y="0"/>
                </a:lnTo>
                <a:lnTo>
                  <a:pt x="1724546" y="8569170"/>
                </a:lnTo>
                <a:lnTo>
                  <a:pt x="0" y="85691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true" flipV="false" rot="0">
            <a:off x="15406024" y="5068931"/>
            <a:ext cx="5124954" cy="4362617"/>
          </a:xfrm>
          <a:custGeom>
            <a:avLst/>
            <a:gdLst/>
            <a:ahLst/>
            <a:cxnLst/>
            <a:rect r="r" b="b" t="t" l="l"/>
            <a:pathLst>
              <a:path h="4362617" w="5124954">
                <a:moveTo>
                  <a:pt x="5124954" y="0"/>
                </a:moveTo>
                <a:lnTo>
                  <a:pt x="0" y="0"/>
                </a:lnTo>
                <a:lnTo>
                  <a:pt x="0" y="4362617"/>
                </a:lnTo>
                <a:lnTo>
                  <a:pt x="5124954" y="4362617"/>
                </a:lnTo>
                <a:lnTo>
                  <a:pt x="5124954"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828109" y="5357169"/>
            <a:ext cx="3095768" cy="3875766"/>
          </a:xfrm>
          <a:custGeom>
            <a:avLst/>
            <a:gdLst/>
            <a:ahLst/>
            <a:cxnLst/>
            <a:rect r="r" b="b" t="t" l="l"/>
            <a:pathLst>
              <a:path h="3875766" w="3095768">
                <a:moveTo>
                  <a:pt x="0" y="0"/>
                </a:moveTo>
                <a:lnTo>
                  <a:pt x="3095768" y="0"/>
                </a:lnTo>
                <a:lnTo>
                  <a:pt x="3095768" y="3875767"/>
                </a:lnTo>
                <a:lnTo>
                  <a:pt x="0" y="387576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501292" y="726173"/>
            <a:ext cx="1532734" cy="1532734"/>
          </a:xfrm>
          <a:custGeom>
            <a:avLst/>
            <a:gdLst/>
            <a:ahLst/>
            <a:cxnLst/>
            <a:rect r="r" b="b" t="t" l="l"/>
            <a:pathLst>
              <a:path h="1532734" w="1532734">
                <a:moveTo>
                  <a:pt x="0" y="0"/>
                </a:moveTo>
                <a:lnTo>
                  <a:pt x="1532734" y="0"/>
                </a:lnTo>
                <a:lnTo>
                  <a:pt x="1532734" y="1532734"/>
                </a:lnTo>
                <a:lnTo>
                  <a:pt x="0" y="153273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5" id="15"/>
          <p:cNvSpPr txBox="true"/>
          <p:nvPr/>
        </p:nvSpPr>
        <p:spPr>
          <a:xfrm rot="0">
            <a:off x="2997490" y="5064251"/>
            <a:ext cx="8546264" cy="920750"/>
          </a:xfrm>
          <a:prstGeom prst="rect">
            <a:avLst/>
          </a:prstGeom>
        </p:spPr>
        <p:txBody>
          <a:bodyPr anchor="t" rtlCol="false" tIns="0" lIns="0" bIns="0" rIns="0">
            <a:spAutoFit/>
          </a:bodyPr>
          <a:lstStyle/>
          <a:p>
            <a:pPr algn="l" marL="0" indent="0" lvl="0">
              <a:lnSpc>
                <a:spcPts val="6999"/>
              </a:lnSpc>
              <a:spcBef>
                <a:spcPct val="0"/>
              </a:spcBef>
            </a:pPr>
            <a:r>
              <a:rPr lang="en-US" sz="6999" spc="209">
                <a:solidFill>
                  <a:srgbClr val="3D3636"/>
                </a:solidFill>
                <a:latin typeface="Cheering Section"/>
                <a:ea typeface="Cheering Section"/>
                <a:cs typeface="Cheering Section"/>
                <a:sym typeface="Cheering Section"/>
              </a:rPr>
              <a:t>TEKNIK</a:t>
            </a:r>
            <a:r>
              <a:rPr lang="en-US" sz="6999" spc="209" strike="noStrike" u="none">
                <a:solidFill>
                  <a:srgbClr val="3D3636"/>
                </a:solidFill>
                <a:latin typeface="Cheering Section"/>
                <a:ea typeface="Cheering Section"/>
                <a:cs typeface="Cheering Section"/>
                <a:sym typeface="Cheering Section"/>
              </a:rPr>
              <a:t> MEMUKUL KOK</a:t>
            </a:r>
          </a:p>
        </p:txBody>
      </p:sp>
      <p:sp>
        <p:nvSpPr>
          <p:cNvPr name="TextBox 16" id="16"/>
          <p:cNvSpPr txBox="true"/>
          <p:nvPr/>
        </p:nvSpPr>
        <p:spPr>
          <a:xfrm rot="0">
            <a:off x="2997490" y="6088267"/>
            <a:ext cx="8546264" cy="2174875"/>
          </a:xfrm>
          <a:prstGeom prst="rect">
            <a:avLst/>
          </a:prstGeom>
        </p:spPr>
        <p:txBody>
          <a:bodyPr anchor="t" rtlCol="false" tIns="0" lIns="0" bIns="0" rIns="0">
            <a:spAutoFit/>
          </a:bodyPr>
          <a:lstStyle/>
          <a:p>
            <a:pPr algn="just">
              <a:lnSpc>
                <a:spcPts val="3499"/>
              </a:lnSpc>
              <a:spcBef>
                <a:spcPct val="0"/>
              </a:spcBef>
            </a:pPr>
            <a:r>
              <a:rPr lang="en-US" sz="2499">
                <a:solidFill>
                  <a:srgbClr val="3D3636"/>
                </a:solidFill>
                <a:latin typeface="Quicksand"/>
                <a:ea typeface="Quicksand"/>
                <a:cs typeface="Quicksand"/>
                <a:sym typeface="Quicksand"/>
              </a:rPr>
              <a:t>Bulu tangkis memiliki teknik pukulan dasar seperti servis, pukulan pendek, jauh, mendatar, dan cepat ke bawah. Setiap pukulan digunakan sesuai situasi untuk menyerang atau bertahan. Latihan rutin meningkatkan ketepatan dan kekuatan pukulan pemain.</a:t>
            </a:r>
          </a:p>
        </p:txBody>
      </p:sp>
      <p:sp>
        <p:nvSpPr>
          <p:cNvPr name="TextBox 17" id="17"/>
          <p:cNvSpPr txBox="true"/>
          <p:nvPr/>
        </p:nvSpPr>
        <p:spPr>
          <a:xfrm rot="0">
            <a:off x="3992452" y="1821288"/>
            <a:ext cx="1841119" cy="423407"/>
          </a:xfrm>
          <a:prstGeom prst="rect">
            <a:avLst/>
          </a:prstGeom>
        </p:spPr>
        <p:txBody>
          <a:bodyPr anchor="t" rtlCol="false" tIns="0" lIns="0" bIns="0" rIns="0">
            <a:spAutoFit/>
          </a:bodyPr>
          <a:lstStyle/>
          <a:p>
            <a:pPr algn="ctr" marL="0" indent="0" lvl="0">
              <a:lnSpc>
                <a:spcPts val="3169"/>
              </a:lnSpc>
              <a:spcBef>
                <a:spcPct val="0"/>
              </a:spcBef>
            </a:pPr>
            <a:r>
              <a:rPr lang="en-US" sz="3169" spc="95">
                <a:solidFill>
                  <a:srgbClr val="3D3636"/>
                </a:solidFill>
                <a:latin typeface="Cheering Section"/>
                <a:ea typeface="Cheering Section"/>
                <a:cs typeface="Cheering Section"/>
                <a:sym typeface="Cheering Section"/>
              </a:rPr>
              <a:t>PEMAIN 1</a:t>
            </a:r>
          </a:p>
        </p:txBody>
      </p:sp>
      <p:sp>
        <p:nvSpPr>
          <p:cNvPr name="TextBox 18" id="18"/>
          <p:cNvSpPr txBox="true"/>
          <p:nvPr/>
        </p:nvSpPr>
        <p:spPr>
          <a:xfrm rot="0">
            <a:off x="6485571" y="1821288"/>
            <a:ext cx="1841119" cy="423407"/>
          </a:xfrm>
          <a:prstGeom prst="rect">
            <a:avLst/>
          </a:prstGeom>
        </p:spPr>
        <p:txBody>
          <a:bodyPr anchor="t" rtlCol="false" tIns="0" lIns="0" bIns="0" rIns="0">
            <a:spAutoFit/>
          </a:bodyPr>
          <a:lstStyle/>
          <a:p>
            <a:pPr algn="ctr" marL="0" indent="0" lvl="0">
              <a:lnSpc>
                <a:spcPts val="3169"/>
              </a:lnSpc>
              <a:spcBef>
                <a:spcPct val="0"/>
              </a:spcBef>
            </a:pPr>
            <a:r>
              <a:rPr lang="en-US" sz="3169" spc="95">
                <a:solidFill>
                  <a:srgbClr val="3D3636"/>
                </a:solidFill>
                <a:latin typeface="Cheering Section"/>
                <a:ea typeface="Cheering Section"/>
                <a:cs typeface="Cheering Section"/>
                <a:sym typeface="Cheering Section"/>
              </a:rPr>
              <a:t>PEMAIN 2</a:t>
            </a:r>
          </a:p>
        </p:txBody>
      </p:sp>
      <p:sp>
        <p:nvSpPr>
          <p:cNvPr name="TextBox 19" id="19"/>
          <p:cNvSpPr txBox="true"/>
          <p:nvPr/>
        </p:nvSpPr>
        <p:spPr>
          <a:xfrm rot="0">
            <a:off x="4526822" y="2454245"/>
            <a:ext cx="867758" cy="1466988"/>
          </a:xfrm>
          <a:prstGeom prst="rect">
            <a:avLst/>
          </a:prstGeom>
        </p:spPr>
        <p:txBody>
          <a:bodyPr anchor="t" rtlCol="false" tIns="0" lIns="0" bIns="0" rIns="0">
            <a:spAutoFit/>
          </a:bodyPr>
          <a:lstStyle/>
          <a:p>
            <a:pPr algn="ctr" marL="0" indent="0" lvl="0">
              <a:lnSpc>
                <a:spcPts val="11033"/>
              </a:lnSpc>
              <a:spcBef>
                <a:spcPct val="0"/>
              </a:spcBef>
            </a:pPr>
            <a:r>
              <a:rPr lang="en-US" sz="11033" spc="331">
                <a:solidFill>
                  <a:srgbClr val="3D3636"/>
                </a:solidFill>
                <a:latin typeface="Cheering Section"/>
                <a:ea typeface="Cheering Section"/>
                <a:cs typeface="Cheering Section"/>
                <a:sym typeface="Cheering Section"/>
              </a:rPr>
              <a:t>4</a:t>
            </a:r>
          </a:p>
        </p:txBody>
      </p:sp>
      <p:sp>
        <p:nvSpPr>
          <p:cNvPr name="TextBox 20" id="20"/>
          <p:cNvSpPr txBox="true"/>
          <p:nvPr/>
        </p:nvSpPr>
        <p:spPr>
          <a:xfrm rot="0">
            <a:off x="7148265" y="2454245"/>
            <a:ext cx="867758" cy="1466988"/>
          </a:xfrm>
          <a:prstGeom prst="rect">
            <a:avLst/>
          </a:prstGeom>
        </p:spPr>
        <p:txBody>
          <a:bodyPr anchor="t" rtlCol="false" tIns="0" lIns="0" bIns="0" rIns="0">
            <a:spAutoFit/>
          </a:bodyPr>
          <a:lstStyle/>
          <a:p>
            <a:pPr algn="ctr" marL="0" indent="0" lvl="0">
              <a:lnSpc>
                <a:spcPts val="11033"/>
              </a:lnSpc>
              <a:spcBef>
                <a:spcPct val="0"/>
              </a:spcBef>
            </a:pPr>
            <a:r>
              <a:rPr lang="en-US" sz="11033" spc="331">
                <a:solidFill>
                  <a:srgbClr val="3D3636"/>
                </a:solidFill>
                <a:latin typeface="Cheering Section"/>
                <a:ea typeface="Cheering Section"/>
                <a:cs typeface="Cheering Section"/>
                <a:sym typeface="Cheering Section"/>
              </a:rPr>
              <a:t>2</a:t>
            </a:r>
          </a:p>
        </p:txBody>
      </p:sp>
      <p:sp>
        <p:nvSpPr>
          <p:cNvPr name="AutoShape 21" id="21"/>
          <p:cNvSpPr/>
          <p:nvPr/>
        </p:nvSpPr>
        <p:spPr>
          <a:xfrm flipV="true">
            <a:off x="6176350" y="1794378"/>
            <a:ext cx="0" cy="1994251"/>
          </a:xfrm>
          <a:prstGeom prst="line">
            <a:avLst/>
          </a:prstGeom>
          <a:ln cap="flat" w="38100">
            <a:solidFill>
              <a:srgbClr val="FFFFFF"/>
            </a:solidFill>
            <a:prstDash val="solid"/>
            <a:headEnd type="none" len="sm" w="sm"/>
            <a:tailEnd type="none" len="sm" w="sm"/>
          </a:ln>
        </p:spPr>
      </p:sp>
    </p:spTree>
  </p:cSld>
  <p:clrMapOvr>
    <a:masterClrMapping/>
  </p:clrMapOvr>
  <p:transition spd="slow">
    <p:cover dir="l"/>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127079" y="9258300"/>
            <a:ext cx="26542157" cy="3417303"/>
          </a:xfrm>
          <a:custGeom>
            <a:avLst/>
            <a:gdLst/>
            <a:ahLst/>
            <a:cxnLst/>
            <a:rect r="r" b="b" t="t" l="l"/>
            <a:pathLst>
              <a:path h="3417303" w="26542157">
                <a:moveTo>
                  <a:pt x="0" y="0"/>
                </a:moveTo>
                <a:lnTo>
                  <a:pt x="26542158" y="0"/>
                </a:lnTo>
                <a:lnTo>
                  <a:pt x="26542158" y="3417303"/>
                </a:lnTo>
                <a:lnTo>
                  <a:pt x="0" y="3417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912000">
            <a:off x="2048089" y="540328"/>
            <a:ext cx="2311927" cy="4550706"/>
            <a:chOff x="0" y="0"/>
            <a:chExt cx="887611" cy="1747139"/>
          </a:xfrm>
        </p:grpSpPr>
        <p:sp>
          <p:nvSpPr>
            <p:cNvPr name="Freeform 4" id="4"/>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5" id="5"/>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912000">
            <a:off x="13983715" y="540328"/>
            <a:ext cx="2311927" cy="4550706"/>
            <a:chOff x="0" y="0"/>
            <a:chExt cx="887611" cy="1747139"/>
          </a:xfrm>
        </p:grpSpPr>
        <p:sp>
          <p:nvSpPr>
            <p:cNvPr name="Freeform 7" id="7"/>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8" id="8"/>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9" id="9"/>
          <p:cNvSpPr/>
          <p:nvPr/>
        </p:nvSpPr>
        <p:spPr>
          <a:xfrm flipH="false" flipV="false" rot="-913140">
            <a:off x="723703" y="-7305662"/>
            <a:ext cx="1724546" cy="8569170"/>
          </a:xfrm>
          <a:custGeom>
            <a:avLst/>
            <a:gdLst/>
            <a:ahLst/>
            <a:cxnLst/>
            <a:rect r="r" b="b" t="t" l="l"/>
            <a:pathLst>
              <a:path h="8569170" w="1724546">
                <a:moveTo>
                  <a:pt x="0" y="0"/>
                </a:moveTo>
                <a:lnTo>
                  <a:pt x="1724546" y="0"/>
                </a:lnTo>
                <a:lnTo>
                  <a:pt x="1724546" y="8569170"/>
                </a:lnTo>
                <a:lnTo>
                  <a:pt x="0" y="856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912000">
            <a:off x="15841048" y="-7305662"/>
            <a:ext cx="1724546" cy="8569170"/>
          </a:xfrm>
          <a:custGeom>
            <a:avLst/>
            <a:gdLst/>
            <a:ahLst/>
            <a:cxnLst/>
            <a:rect r="r" b="b" t="t" l="l"/>
            <a:pathLst>
              <a:path h="8569170" w="1724546">
                <a:moveTo>
                  <a:pt x="0" y="0"/>
                </a:moveTo>
                <a:lnTo>
                  <a:pt x="1724545" y="0"/>
                </a:lnTo>
                <a:lnTo>
                  <a:pt x="1724545" y="8569170"/>
                </a:lnTo>
                <a:lnTo>
                  <a:pt x="0" y="856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134745" y="9467850"/>
            <a:ext cx="16018510" cy="2302661"/>
          </a:xfrm>
          <a:custGeom>
            <a:avLst/>
            <a:gdLst/>
            <a:ahLst/>
            <a:cxnLst/>
            <a:rect r="r" b="b" t="t" l="l"/>
            <a:pathLst>
              <a:path h="2302661" w="16018510">
                <a:moveTo>
                  <a:pt x="0" y="0"/>
                </a:moveTo>
                <a:lnTo>
                  <a:pt x="16018510" y="0"/>
                </a:lnTo>
                <a:lnTo>
                  <a:pt x="16018510" y="2302661"/>
                </a:lnTo>
                <a:lnTo>
                  <a:pt x="0" y="23026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2" id="12"/>
          <p:cNvSpPr/>
          <p:nvPr/>
        </p:nvSpPr>
        <p:spPr>
          <a:xfrm flipH="true" flipV="false" rot="0">
            <a:off x="2862630" y="1734605"/>
            <a:ext cx="4647760" cy="8207965"/>
          </a:xfrm>
          <a:custGeom>
            <a:avLst/>
            <a:gdLst/>
            <a:ahLst/>
            <a:cxnLst/>
            <a:rect r="r" b="b" t="t" l="l"/>
            <a:pathLst>
              <a:path h="8207965" w="4647760">
                <a:moveTo>
                  <a:pt x="4647760" y="0"/>
                </a:moveTo>
                <a:lnTo>
                  <a:pt x="0" y="0"/>
                </a:lnTo>
                <a:lnTo>
                  <a:pt x="0" y="8207965"/>
                </a:lnTo>
                <a:lnTo>
                  <a:pt x="4647760" y="8207965"/>
                </a:lnTo>
                <a:lnTo>
                  <a:pt x="464776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3" id="13"/>
          <p:cNvSpPr/>
          <p:nvPr/>
        </p:nvSpPr>
        <p:spPr>
          <a:xfrm flipH="false" flipV="true" rot="-3733980">
            <a:off x="4841085" y="1186288"/>
            <a:ext cx="690850" cy="554407"/>
          </a:xfrm>
          <a:custGeom>
            <a:avLst/>
            <a:gdLst/>
            <a:ahLst/>
            <a:cxnLst/>
            <a:rect r="r" b="b" t="t" l="l"/>
            <a:pathLst>
              <a:path h="554407" w="690850">
                <a:moveTo>
                  <a:pt x="0" y="554407"/>
                </a:moveTo>
                <a:lnTo>
                  <a:pt x="690850" y="554407"/>
                </a:lnTo>
                <a:lnTo>
                  <a:pt x="690850" y="0"/>
                </a:lnTo>
                <a:lnTo>
                  <a:pt x="0" y="0"/>
                </a:lnTo>
                <a:lnTo>
                  <a:pt x="0" y="554407"/>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837560" y="3369053"/>
            <a:ext cx="2929900" cy="5889247"/>
          </a:xfrm>
          <a:custGeom>
            <a:avLst/>
            <a:gdLst/>
            <a:ahLst/>
            <a:cxnLst/>
            <a:rect r="r" b="b" t="t" l="l"/>
            <a:pathLst>
              <a:path h="5889247" w="2929900">
                <a:moveTo>
                  <a:pt x="0" y="0"/>
                </a:moveTo>
                <a:lnTo>
                  <a:pt x="2929900" y="0"/>
                </a:lnTo>
                <a:lnTo>
                  <a:pt x="2929900" y="5889247"/>
                </a:lnTo>
                <a:lnTo>
                  <a:pt x="0" y="58892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5" id="15"/>
          <p:cNvSpPr/>
          <p:nvPr/>
        </p:nvSpPr>
        <p:spPr>
          <a:xfrm flipH="false" flipV="false" rot="0">
            <a:off x="1137848" y="4764067"/>
            <a:ext cx="528689" cy="1008068"/>
          </a:xfrm>
          <a:custGeom>
            <a:avLst/>
            <a:gdLst/>
            <a:ahLst/>
            <a:cxnLst/>
            <a:rect r="r" b="b" t="t" l="l"/>
            <a:pathLst>
              <a:path h="1008068" w="528689">
                <a:moveTo>
                  <a:pt x="0" y="0"/>
                </a:moveTo>
                <a:lnTo>
                  <a:pt x="528689" y="0"/>
                </a:lnTo>
                <a:lnTo>
                  <a:pt x="528689" y="1008067"/>
                </a:lnTo>
                <a:lnTo>
                  <a:pt x="0" y="1008067"/>
                </a:lnTo>
                <a:lnTo>
                  <a:pt x="0" y="0"/>
                </a:lnTo>
                <a:close/>
              </a:path>
            </a:pathLst>
          </a:custGeom>
          <a:blipFill>
            <a:blip r:embed="rId14">
              <a:extLst>
                <a:ext uri="{96DAC541-7B7A-43D3-8B79-37D633B846F1}">
                  <asvg:svgBlip xmlns:asvg="http://schemas.microsoft.com/office/drawing/2016/SVG/main" r:embed="rId15"/>
                </a:ext>
              </a:extLst>
            </a:blip>
            <a:stretch>
              <a:fillRect l="0" t="0" r="0" b="-2834"/>
            </a:stretch>
          </a:blipFill>
        </p:spPr>
      </p:sp>
      <p:sp>
        <p:nvSpPr>
          <p:cNvPr name="Freeform 16" id="16"/>
          <p:cNvSpPr/>
          <p:nvPr/>
        </p:nvSpPr>
        <p:spPr>
          <a:xfrm flipH="false" flipV="false" rot="0">
            <a:off x="0" y="7709169"/>
            <a:ext cx="1816275" cy="1423114"/>
          </a:xfrm>
          <a:custGeom>
            <a:avLst/>
            <a:gdLst/>
            <a:ahLst/>
            <a:cxnLst/>
            <a:rect r="r" b="b" t="t" l="l"/>
            <a:pathLst>
              <a:path h="1423114" w="1816275">
                <a:moveTo>
                  <a:pt x="0" y="0"/>
                </a:moveTo>
                <a:lnTo>
                  <a:pt x="1816275" y="0"/>
                </a:lnTo>
                <a:lnTo>
                  <a:pt x="1816275" y="1423113"/>
                </a:lnTo>
                <a:lnTo>
                  <a:pt x="0" y="1423113"/>
                </a:lnTo>
                <a:lnTo>
                  <a:pt x="0" y="0"/>
                </a:lnTo>
                <a:close/>
              </a:path>
            </a:pathLst>
          </a:custGeom>
          <a:blipFill>
            <a:blip r:embed="rId16">
              <a:extLst>
                <a:ext uri="{96DAC541-7B7A-43D3-8B79-37D633B846F1}">
                  <asvg:svgBlip xmlns:asvg="http://schemas.microsoft.com/office/drawing/2016/SVG/main" r:embed="rId17"/>
                </a:ext>
              </a:extLst>
            </a:blip>
            <a:stretch>
              <a:fillRect l="0" t="0" r="0" b="-8855"/>
            </a:stretch>
          </a:blipFill>
        </p:spPr>
      </p:sp>
      <p:sp>
        <p:nvSpPr>
          <p:cNvPr name="Freeform 17" id="17"/>
          <p:cNvSpPr/>
          <p:nvPr/>
        </p:nvSpPr>
        <p:spPr>
          <a:xfrm flipH="false" flipV="false" rot="0">
            <a:off x="-91389" y="6227463"/>
            <a:ext cx="622755" cy="682471"/>
          </a:xfrm>
          <a:custGeom>
            <a:avLst/>
            <a:gdLst/>
            <a:ahLst/>
            <a:cxnLst/>
            <a:rect r="r" b="b" t="t" l="l"/>
            <a:pathLst>
              <a:path h="682471" w="622755">
                <a:moveTo>
                  <a:pt x="0" y="0"/>
                </a:moveTo>
                <a:lnTo>
                  <a:pt x="622755" y="0"/>
                </a:lnTo>
                <a:lnTo>
                  <a:pt x="622755" y="682471"/>
                </a:lnTo>
                <a:lnTo>
                  <a:pt x="0" y="68247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16703321" y="8791239"/>
            <a:ext cx="1789077" cy="682086"/>
          </a:xfrm>
          <a:custGeom>
            <a:avLst/>
            <a:gdLst/>
            <a:ahLst/>
            <a:cxnLst/>
            <a:rect r="r" b="b" t="t" l="l"/>
            <a:pathLst>
              <a:path h="682086" w="1789077">
                <a:moveTo>
                  <a:pt x="0" y="0"/>
                </a:moveTo>
                <a:lnTo>
                  <a:pt x="1789077" y="0"/>
                </a:lnTo>
                <a:lnTo>
                  <a:pt x="1789077" y="682086"/>
                </a:lnTo>
                <a:lnTo>
                  <a:pt x="0" y="68208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9" id="19"/>
          <p:cNvSpPr txBox="true"/>
          <p:nvPr/>
        </p:nvSpPr>
        <p:spPr>
          <a:xfrm rot="0">
            <a:off x="6940649" y="4639508"/>
            <a:ext cx="8651694" cy="2174875"/>
          </a:xfrm>
          <a:prstGeom prst="rect">
            <a:avLst/>
          </a:prstGeom>
        </p:spPr>
        <p:txBody>
          <a:bodyPr anchor="t" rtlCol="false" tIns="0" lIns="0" bIns="0" rIns="0">
            <a:spAutoFit/>
          </a:bodyPr>
          <a:lstStyle/>
          <a:p>
            <a:pPr algn="just">
              <a:lnSpc>
                <a:spcPts val="3499"/>
              </a:lnSpc>
              <a:spcBef>
                <a:spcPct val="0"/>
              </a:spcBef>
            </a:pPr>
            <a:r>
              <a:rPr lang="en-US" sz="2499">
                <a:solidFill>
                  <a:srgbClr val="3D3636"/>
                </a:solidFill>
                <a:latin typeface="Quicksand"/>
                <a:ea typeface="Quicksand"/>
                <a:cs typeface="Quicksand"/>
                <a:sym typeface="Quicksand"/>
              </a:rPr>
              <a:t>Gerak kaki penting bagi pemain untuk bergerak cepat dalam berbagai arah dan menjangkau kok. Gerakan yang baik membantu menjaga keseimbangan, menghemat tenaga, dan mempersiapkan pukulan berikutnya. Oleh karena itu, gerak kaki harus sering dilatih.</a:t>
            </a:r>
          </a:p>
        </p:txBody>
      </p:sp>
      <p:sp>
        <p:nvSpPr>
          <p:cNvPr name="TextBox 20" id="20"/>
          <p:cNvSpPr txBox="true"/>
          <p:nvPr/>
        </p:nvSpPr>
        <p:spPr>
          <a:xfrm rot="0">
            <a:off x="6940649" y="2669418"/>
            <a:ext cx="5090525" cy="1806575"/>
          </a:xfrm>
          <a:prstGeom prst="rect">
            <a:avLst/>
          </a:prstGeom>
        </p:spPr>
        <p:txBody>
          <a:bodyPr anchor="t" rtlCol="false" tIns="0" lIns="0" bIns="0" rIns="0">
            <a:spAutoFit/>
          </a:bodyPr>
          <a:lstStyle/>
          <a:p>
            <a:pPr algn="l" marL="0" indent="0" lvl="0">
              <a:lnSpc>
                <a:spcPts val="6999"/>
              </a:lnSpc>
              <a:spcBef>
                <a:spcPct val="0"/>
              </a:spcBef>
            </a:pPr>
            <a:r>
              <a:rPr lang="en-US" sz="6999" spc="209">
                <a:solidFill>
                  <a:srgbClr val="3D3636"/>
                </a:solidFill>
                <a:latin typeface="Cheering Section"/>
                <a:ea typeface="Cheering Section"/>
                <a:cs typeface="Cheering Section"/>
                <a:sym typeface="Cheering Section"/>
              </a:rPr>
              <a:t>PENTINGNY</a:t>
            </a:r>
            <a:r>
              <a:rPr lang="en-US" sz="6999" spc="209" strike="noStrike" u="none">
                <a:solidFill>
                  <a:srgbClr val="3D3636"/>
                </a:solidFill>
                <a:latin typeface="Cheering Section"/>
                <a:ea typeface="Cheering Section"/>
                <a:cs typeface="Cheering Section"/>
                <a:sym typeface="Cheering Section"/>
              </a:rPr>
              <a:t>A GERAK KAKI</a:t>
            </a:r>
          </a:p>
        </p:txBody>
      </p:sp>
      <p:sp>
        <p:nvSpPr>
          <p:cNvPr name="Freeform 21" id="21"/>
          <p:cNvSpPr/>
          <p:nvPr/>
        </p:nvSpPr>
        <p:spPr>
          <a:xfrm flipH="false" flipV="false" rot="0">
            <a:off x="-459579" y="3756380"/>
            <a:ext cx="1367716" cy="772760"/>
          </a:xfrm>
          <a:custGeom>
            <a:avLst/>
            <a:gdLst/>
            <a:ahLst/>
            <a:cxnLst/>
            <a:rect r="r" b="b" t="t" l="l"/>
            <a:pathLst>
              <a:path h="772760" w="1367716">
                <a:moveTo>
                  <a:pt x="0" y="0"/>
                </a:moveTo>
                <a:lnTo>
                  <a:pt x="1367717" y="0"/>
                </a:lnTo>
                <a:lnTo>
                  <a:pt x="1367717" y="772759"/>
                </a:lnTo>
                <a:lnTo>
                  <a:pt x="0" y="77275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Tree>
  </p:cSld>
  <p:clrMapOvr>
    <a:masterClrMapping/>
  </p:clrMapOvr>
  <p:transition spd="slow">
    <p:cover dir="l"/>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171165" y="9258300"/>
            <a:ext cx="26630331" cy="3428655"/>
          </a:xfrm>
          <a:custGeom>
            <a:avLst/>
            <a:gdLst/>
            <a:ahLst/>
            <a:cxnLst/>
            <a:rect r="r" b="b" t="t" l="l"/>
            <a:pathLst>
              <a:path h="3428655" w="26630331">
                <a:moveTo>
                  <a:pt x="0" y="0"/>
                </a:moveTo>
                <a:lnTo>
                  <a:pt x="26630330" y="0"/>
                </a:lnTo>
                <a:lnTo>
                  <a:pt x="26630330" y="3428655"/>
                </a:lnTo>
                <a:lnTo>
                  <a:pt x="0" y="34286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912000">
            <a:off x="13983715" y="540328"/>
            <a:ext cx="2311927" cy="4550706"/>
            <a:chOff x="0" y="0"/>
            <a:chExt cx="887611" cy="1747139"/>
          </a:xfrm>
        </p:grpSpPr>
        <p:sp>
          <p:nvSpPr>
            <p:cNvPr name="Freeform 4" id="4"/>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5" id="5"/>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6" id="6"/>
          <p:cNvSpPr/>
          <p:nvPr/>
        </p:nvSpPr>
        <p:spPr>
          <a:xfrm flipH="false" flipV="false" rot="912000">
            <a:off x="15841048" y="-7305662"/>
            <a:ext cx="1724546" cy="8569170"/>
          </a:xfrm>
          <a:custGeom>
            <a:avLst/>
            <a:gdLst/>
            <a:ahLst/>
            <a:cxnLst/>
            <a:rect r="r" b="b" t="t" l="l"/>
            <a:pathLst>
              <a:path h="8569170" w="1724546">
                <a:moveTo>
                  <a:pt x="0" y="0"/>
                </a:moveTo>
                <a:lnTo>
                  <a:pt x="1724545" y="0"/>
                </a:lnTo>
                <a:lnTo>
                  <a:pt x="1724545" y="8569170"/>
                </a:lnTo>
                <a:lnTo>
                  <a:pt x="0" y="856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912000">
            <a:off x="2048089" y="540328"/>
            <a:ext cx="2311927" cy="4550706"/>
            <a:chOff x="0" y="0"/>
            <a:chExt cx="887611" cy="1747139"/>
          </a:xfrm>
        </p:grpSpPr>
        <p:sp>
          <p:nvSpPr>
            <p:cNvPr name="Freeform 8" id="8"/>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9" id="9"/>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10" id="10"/>
          <p:cNvSpPr/>
          <p:nvPr/>
        </p:nvSpPr>
        <p:spPr>
          <a:xfrm flipH="false" flipV="false" rot="-913140">
            <a:off x="723703" y="-7305662"/>
            <a:ext cx="1724546" cy="8569170"/>
          </a:xfrm>
          <a:custGeom>
            <a:avLst/>
            <a:gdLst/>
            <a:ahLst/>
            <a:cxnLst/>
            <a:rect r="r" b="b" t="t" l="l"/>
            <a:pathLst>
              <a:path h="8569170" w="1724546">
                <a:moveTo>
                  <a:pt x="0" y="0"/>
                </a:moveTo>
                <a:lnTo>
                  <a:pt x="1724546" y="0"/>
                </a:lnTo>
                <a:lnTo>
                  <a:pt x="1724546" y="8569170"/>
                </a:lnTo>
                <a:lnTo>
                  <a:pt x="0" y="85691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28700" y="4515342"/>
            <a:ext cx="7108985" cy="3489325"/>
          </a:xfrm>
          <a:prstGeom prst="rect">
            <a:avLst/>
          </a:prstGeom>
        </p:spPr>
        <p:txBody>
          <a:bodyPr anchor="t" rtlCol="false" tIns="0" lIns="0" bIns="0" rIns="0">
            <a:spAutoFit/>
          </a:bodyPr>
          <a:lstStyle/>
          <a:p>
            <a:pPr algn="just">
              <a:lnSpc>
                <a:spcPts val="3499"/>
              </a:lnSpc>
              <a:spcBef>
                <a:spcPct val="0"/>
              </a:spcBef>
            </a:pPr>
            <a:r>
              <a:rPr lang="en-US" sz="2499">
                <a:solidFill>
                  <a:srgbClr val="3D3636"/>
                </a:solidFill>
                <a:latin typeface="Quicksand"/>
                <a:ea typeface="Quicksand"/>
                <a:cs typeface="Quicksand"/>
                <a:sym typeface="Quicksand"/>
              </a:rPr>
              <a:t>Permainan dim</a:t>
            </a:r>
            <a:r>
              <a:rPr lang="en-US" sz="2499">
                <a:solidFill>
                  <a:srgbClr val="3D3636"/>
                </a:solidFill>
                <a:latin typeface="Quicksand"/>
                <a:ea typeface="Quicksand"/>
                <a:cs typeface="Quicksand"/>
                <a:sym typeface="Quicksand"/>
              </a:rPr>
              <a:t>ulai dengan servis dari salah satu pemain menuju bidang permainan lawan. Pemain memperoleh poin apabila kok jatuh di area lawan atau lawan melakukan kesalahan. Permainan berlangsung dengan mengikuti aturan servis, batas lapangan, dan ketentuan permainan yang telah disepakati sehingga pertandingan berjalan adil dan tertib.</a:t>
            </a:r>
          </a:p>
        </p:txBody>
      </p:sp>
      <p:sp>
        <p:nvSpPr>
          <p:cNvPr name="Freeform 12" id="12"/>
          <p:cNvSpPr/>
          <p:nvPr/>
        </p:nvSpPr>
        <p:spPr>
          <a:xfrm flipH="false" flipV="false" rot="0">
            <a:off x="8137685" y="1260883"/>
            <a:ext cx="4490904" cy="8355170"/>
          </a:xfrm>
          <a:custGeom>
            <a:avLst/>
            <a:gdLst/>
            <a:ahLst/>
            <a:cxnLst/>
            <a:rect r="r" b="b" t="t" l="l"/>
            <a:pathLst>
              <a:path h="8355170" w="4490904">
                <a:moveTo>
                  <a:pt x="0" y="0"/>
                </a:moveTo>
                <a:lnTo>
                  <a:pt x="4490904" y="0"/>
                </a:lnTo>
                <a:lnTo>
                  <a:pt x="4490904" y="8355170"/>
                </a:lnTo>
                <a:lnTo>
                  <a:pt x="0" y="83551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3" id="13"/>
          <p:cNvSpPr txBox="true"/>
          <p:nvPr/>
        </p:nvSpPr>
        <p:spPr>
          <a:xfrm rot="0">
            <a:off x="1028700" y="2425208"/>
            <a:ext cx="7108985" cy="1806575"/>
          </a:xfrm>
          <a:prstGeom prst="rect">
            <a:avLst/>
          </a:prstGeom>
        </p:spPr>
        <p:txBody>
          <a:bodyPr anchor="t" rtlCol="false" tIns="0" lIns="0" bIns="0" rIns="0">
            <a:spAutoFit/>
          </a:bodyPr>
          <a:lstStyle/>
          <a:p>
            <a:pPr algn="l" marL="0" indent="0" lvl="0">
              <a:lnSpc>
                <a:spcPts val="6999"/>
              </a:lnSpc>
              <a:spcBef>
                <a:spcPct val="0"/>
              </a:spcBef>
            </a:pPr>
            <a:r>
              <a:rPr lang="en-US" sz="6999" spc="209">
                <a:solidFill>
                  <a:srgbClr val="3D3636"/>
                </a:solidFill>
                <a:latin typeface="Cheering Section"/>
                <a:ea typeface="Cheering Section"/>
                <a:cs typeface="Cheering Section"/>
                <a:sym typeface="Cheering Section"/>
              </a:rPr>
              <a:t>ATURAN DASAR</a:t>
            </a:r>
            <a:r>
              <a:rPr lang="en-US" sz="6999" spc="209" strike="noStrike" u="none">
                <a:solidFill>
                  <a:srgbClr val="3D3636"/>
                </a:solidFill>
                <a:latin typeface="Cheering Section"/>
                <a:ea typeface="Cheering Section"/>
                <a:cs typeface="Cheering Section"/>
                <a:sym typeface="Cheering Section"/>
              </a:rPr>
              <a:t> BULU TANGKIS</a:t>
            </a:r>
          </a:p>
        </p:txBody>
      </p:sp>
      <p:sp>
        <p:nvSpPr>
          <p:cNvPr name="Freeform 14" id="14"/>
          <p:cNvSpPr/>
          <p:nvPr/>
        </p:nvSpPr>
        <p:spPr>
          <a:xfrm flipH="false" flipV="false" rot="0">
            <a:off x="8811326" y="4065550"/>
            <a:ext cx="8939759" cy="7285903"/>
          </a:xfrm>
          <a:custGeom>
            <a:avLst/>
            <a:gdLst/>
            <a:ahLst/>
            <a:cxnLst/>
            <a:rect r="r" b="b" t="t" l="l"/>
            <a:pathLst>
              <a:path h="7285903" w="8939759">
                <a:moveTo>
                  <a:pt x="0" y="0"/>
                </a:moveTo>
                <a:lnTo>
                  <a:pt x="8939759" y="0"/>
                </a:lnTo>
                <a:lnTo>
                  <a:pt x="8939759" y="7285903"/>
                </a:lnTo>
                <a:lnTo>
                  <a:pt x="0" y="72859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0">
            <a:off x="14720163" y="3141750"/>
            <a:ext cx="4523536" cy="6722283"/>
          </a:xfrm>
          <a:custGeom>
            <a:avLst/>
            <a:gdLst/>
            <a:ahLst/>
            <a:cxnLst/>
            <a:rect r="r" b="b" t="t" l="l"/>
            <a:pathLst>
              <a:path h="6722283" w="4523536">
                <a:moveTo>
                  <a:pt x="0" y="0"/>
                </a:moveTo>
                <a:lnTo>
                  <a:pt x="4523536" y="0"/>
                </a:lnTo>
                <a:lnTo>
                  <a:pt x="4523536" y="6722283"/>
                </a:lnTo>
                <a:lnTo>
                  <a:pt x="0" y="67222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6" id="16"/>
          <p:cNvSpPr/>
          <p:nvPr/>
        </p:nvSpPr>
        <p:spPr>
          <a:xfrm flipH="false" flipV="false" rot="0">
            <a:off x="12888366" y="1260883"/>
            <a:ext cx="785680" cy="630508"/>
          </a:xfrm>
          <a:custGeom>
            <a:avLst/>
            <a:gdLst/>
            <a:ahLst/>
            <a:cxnLst/>
            <a:rect r="r" b="b" t="t" l="l"/>
            <a:pathLst>
              <a:path h="630508" w="785680">
                <a:moveTo>
                  <a:pt x="0" y="0"/>
                </a:moveTo>
                <a:lnTo>
                  <a:pt x="785680" y="0"/>
                </a:lnTo>
                <a:lnTo>
                  <a:pt x="785680" y="630508"/>
                </a:lnTo>
                <a:lnTo>
                  <a:pt x="0" y="63050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transition spd="slow">
    <p:cover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076260" y="9258300"/>
            <a:ext cx="26440519" cy="3404217"/>
          </a:xfrm>
          <a:custGeom>
            <a:avLst/>
            <a:gdLst/>
            <a:ahLst/>
            <a:cxnLst/>
            <a:rect r="r" b="b" t="t" l="l"/>
            <a:pathLst>
              <a:path h="3404217" w="26440519">
                <a:moveTo>
                  <a:pt x="0" y="0"/>
                </a:moveTo>
                <a:lnTo>
                  <a:pt x="26440520" y="0"/>
                </a:lnTo>
                <a:lnTo>
                  <a:pt x="26440520" y="3404217"/>
                </a:lnTo>
                <a:lnTo>
                  <a:pt x="0" y="3404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144000" y="4785672"/>
            <a:ext cx="7645278" cy="3051175"/>
          </a:xfrm>
          <a:prstGeom prst="rect">
            <a:avLst/>
          </a:prstGeom>
        </p:spPr>
        <p:txBody>
          <a:bodyPr anchor="t" rtlCol="false" tIns="0" lIns="0" bIns="0" rIns="0">
            <a:spAutoFit/>
          </a:bodyPr>
          <a:lstStyle/>
          <a:p>
            <a:pPr algn="just">
              <a:lnSpc>
                <a:spcPts val="3499"/>
              </a:lnSpc>
              <a:spcBef>
                <a:spcPct val="0"/>
              </a:spcBef>
            </a:pPr>
            <a:r>
              <a:rPr lang="en-US" sz="2499">
                <a:solidFill>
                  <a:srgbClr val="3D3636"/>
                </a:solidFill>
                <a:latin typeface="Quicksand"/>
                <a:ea typeface="Quicksand"/>
                <a:cs typeface="Quicksand"/>
                <a:sym typeface="Quicksand"/>
              </a:rPr>
              <a:t>Bermain bulu tangkis menawarkan banyak manfaat kesehatan, termasuk peningkatan kebugaran jasmani, kekuatan otot, koordinasi, kelincahan, dan daya tahan. Selain itu, olahraga ini juga melatih konsentrasi, kepercayaan diri, sportivitas, disiplin, tanggung jawab, dan kerja sama saat bermain ganda.</a:t>
            </a:r>
          </a:p>
        </p:txBody>
      </p:sp>
      <p:sp>
        <p:nvSpPr>
          <p:cNvPr name="Freeform 4" id="4"/>
          <p:cNvSpPr/>
          <p:nvPr/>
        </p:nvSpPr>
        <p:spPr>
          <a:xfrm flipH="true" flipV="false" rot="0">
            <a:off x="-683322" y="3141750"/>
            <a:ext cx="4523536" cy="6722283"/>
          </a:xfrm>
          <a:custGeom>
            <a:avLst/>
            <a:gdLst/>
            <a:ahLst/>
            <a:cxnLst/>
            <a:rect r="r" b="b" t="t" l="l"/>
            <a:pathLst>
              <a:path h="6722283" w="4523536">
                <a:moveTo>
                  <a:pt x="4523536" y="0"/>
                </a:moveTo>
                <a:lnTo>
                  <a:pt x="0" y="0"/>
                </a:lnTo>
                <a:lnTo>
                  <a:pt x="0" y="6722283"/>
                </a:lnTo>
                <a:lnTo>
                  <a:pt x="4523536" y="6722283"/>
                </a:lnTo>
                <a:lnTo>
                  <a:pt x="4523536"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5045184" y="2629976"/>
            <a:ext cx="11493590" cy="9367276"/>
          </a:xfrm>
          <a:custGeom>
            <a:avLst/>
            <a:gdLst/>
            <a:ahLst/>
            <a:cxnLst/>
            <a:rect r="r" b="b" t="t" l="l"/>
            <a:pathLst>
              <a:path h="9367276" w="11493590">
                <a:moveTo>
                  <a:pt x="0" y="0"/>
                </a:moveTo>
                <a:lnTo>
                  <a:pt x="11493590" y="0"/>
                </a:lnTo>
                <a:lnTo>
                  <a:pt x="11493590" y="9367276"/>
                </a:lnTo>
                <a:lnTo>
                  <a:pt x="0" y="93672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6240131" y="2168853"/>
            <a:ext cx="2581310" cy="7705403"/>
          </a:xfrm>
          <a:custGeom>
            <a:avLst/>
            <a:gdLst/>
            <a:ahLst/>
            <a:cxnLst/>
            <a:rect r="r" b="b" t="t" l="l"/>
            <a:pathLst>
              <a:path h="7705403" w="2581310">
                <a:moveTo>
                  <a:pt x="0" y="0"/>
                </a:moveTo>
                <a:lnTo>
                  <a:pt x="2581311" y="0"/>
                </a:lnTo>
                <a:lnTo>
                  <a:pt x="2581311" y="7705403"/>
                </a:lnTo>
                <a:lnTo>
                  <a:pt x="0" y="77054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true" flipV="false" rot="0">
            <a:off x="6339343" y="1933216"/>
            <a:ext cx="587257" cy="471274"/>
          </a:xfrm>
          <a:custGeom>
            <a:avLst/>
            <a:gdLst/>
            <a:ahLst/>
            <a:cxnLst/>
            <a:rect r="r" b="b" t="t" l="l"/>
            <a:pathLst>
              <a:path h="471274" w="587257">
                <a:moveTo>
                  <a:pt x="587257" y="0"/>
                </a:moveTo>
                <a:lnTo>
                  <a:pt x="0" y="0"/>
                </a:lnTo>
                <a:lnTo>
                  <a:pt x="0" y="471274"/>
                </a:lnTo>
                <a:lnTo>
                  <a:pt x="587257" y="471274"/>
                </a:lnTo>
                <a:lnTo>
                  <a:pt x="587257"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grpSp>
        <p:nvGrpSpPr>
          <p:cNvPr name="Group 8" id="8"/>
          <p:cNvGrpSpPr/>
          <p:nvPr/>
        </p:nvGrpSpPr>
        <p:grpSpPr>
          <a:xfrm rot="-912000">
            <a:off x="2048089" y="540328"/>
            <a:ext cx="2311927" cy="4550706"/>
            <a:chOff x="0" y="0"/>
            <a:chExt cx="887611" cy="1747139"/>
          </a:xfrm>
        </p:grpSpPr>
        <p:sp>
          <p:nvSpPr>
            <p:cNvPr name="Freeform 9" id="9"/>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10" id="10"/>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912000">
            <a:off x="13983715" y="540328"/>
            <a:ext cx="2311927" cy="4550706"/>
            <a:chOff x="0" y="0"/>
            <a:chExt cx="887611" cy="1747139"/>
          </a:xfrm>
        </p:grpSpPr>
        <p:sp>
          <p:nvSpPr>
            <p:cNvPr name="Freeform 12" id="12"/>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13" id="13"/>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TextBox 14" id="14"/>
          <p:cNvSpPr txBox="true"/>
          <p:nvPr/>
        </p:nvSpPr>
        <p:spPr>
          <a:xfrm rot="0">
            <a:off x="9144000" y="2593028"/>
            <a:ext cx="7645278" cy="1806575"/>
          </a:xfrm>
          <a:prstGeom prst="rect">
            <a:avLst/>
          </a:prstGeom>
        </p:spPr>
        <p:txBody>
          <a:bodyPr anchor="t" rtlCol="false" tIns="0" lIns="0" bIns="0" rIns="0">
            <a:spAutoFit/>
          </a:bodyPr>
          <a:lstStyle/>
          <a:p>
            <a:pPr algn="l" marL="0" indent="0" lvl="0">
              <a:lnSpc>
                <a:spcPts val="6999"/>
              </a:lnSpc>
              <a:spcBef>
                <a:spcPct val="0"/>
              </a:spcBef>
            </a:pPr>
            <a:r>
              <a:rPr lang="en-US" sz="6999" spc="209">
                <a:solidFill>
                  <a:srgbClr val="3D3636"/>
                </a:solidFill>
                <a:latin typeface="Cheering Section"/>
                <a:ea typeface="Cheering Section"/>
                <a:cs typeface="Cheering Section"/>
                <a:sym typeface="Cheering Section"/>
              </a:rPr>
              <a:t>MANFAAT</a:t>
            </a:r>
            <a:r>
              <a:rPr lang="en-US" sz="6999" spc="209" strike="noStrike" u="none">
                <a:solidFill>
                  <a:srgbClr val="3D3636"/>
                </a:solidFill>
                <a:latin typeface="Cheering Section"/>
                <a:ea typeface="Cheering Section"/>
                <a:cs typeface="Cheering Section"/>
                <a:sym typeface="Cheering Section"/>
              </a:rPr>
              <a:t> BERMAIN BULUTANGKIS</a:t>
            </a:r>
          </a:p>
        </p:txBody>
      </p:sp>
      <p:sp>
        <p:nvSpPr>
          <p:cNvPr name="Freeform 15" id="15"/>
          <p:cNvSpPr/>
          <p:nvPr/>
        </p:nvSpPr>
        <p:spPr>
          <a:xfrm flipH="false" flipV="false" rot="-913140">
            <a:off x="723703" y="-7305662"/>
            <a:ext cx="1724546" cy="8569170"/>
          </a:xfrm>
          <a:custGeom>
            <a:avLst/>
            <a:gdLst/>
            <a:ahLst/>
            <a:cxnLst/>
            <a:rect r="r" b="b" t="t" l="l"/>
            <a:pathLst>
              <a:path h="8569170" w="1724546">
                <a:moveTo>
                  <a:pt x="0" y="0"/>
                </a:moveTo>
                <a:lnTo>
                  <a:pt x="1724546" y="0"/>
                </a:lnTo>
                <a:lnTo>
                  <a:pt x="1724546" y="8569170"/>
                </a:lnTo>
                <a:lnTo>
                  <a:pt x="0" y="85691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912000">
            <a:off x="15841048" y="-7305662"/>
            <a:ext cx="1724546" cy="8569170"/>
          </a:xfrm>
          <a:custGeom>
            <a:avLst/>
            <a:gdLst/>
            <a:ahLst/>
            <a:cxnLst/>
            <a:rect r="r" b="b" t="t" l="l"/>
            <a:pathLst>
              <a:path h="8569170" w="1724546">
                <a:moveTo>
                  <a:pt x="0" y="0"/>
                </a:moveTo>
                <a:lnTo>
                  <a:pt x="1724545" y="0"/>
                </a:lnTo>
                <a:lnTo>
                  <a:pt x="1724545" y="8569170"/>
                </a:lnTo>
                <a:lnTo>
                  <a:pt x="0" y="85691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transition spd="slow">
    <p:cover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213890" y="9258300"/>
            <a:ext cx="26715781" cy="3439657"/>
          </a:xfrm>
          <a:custGeom>
            <a:avLst/>
            <a:gdLst/>
            <a:ahLst/>
            <a:cxnLst/>
            <a:rect r="r" b="b" t="t" l="l"/>
            <a:pathLst>
              <a:path h="3439657" w="26715781">
                <a:moveTo>
                  <a:pt x="0" y="0"/>
                </a:moveTo>
                <a:lnTo>
                  <a:pt x="26715780" y="0"/>
                </a:lnTo>
                <a:lnTo>
                  <a:pt x="26715780" y="3439657"/>
                </a:lnTo>
                <a:lnTo>
                  <a:pt x="0" y="34396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5486400" y="5884164"/>
            <a:ext cx="7315200" cy="3374136"/>
          </a:xfrm>
          <a:custGeom>
            <a:avLst/>
            <a:gdLst/>
            <a:ahLst/>
            <a:cxnLst/>
            <a:rect r="r" b="b" t="t" l="l"/>
            <a:pathLst>
              <a:path h="3374136" w="7315200">
                <a:moveTo>
                  <a:pt x="0" y="0"/>
                </a:moveTo>
                <a:lnTo>
                  <a:pt x="7315200" y="0"/>
                </a:lnTo>
                <a:lnTo>
                  <a:pt x="7315200" y="3374136"/>
                </a:lnTo>
                <a:lnTo>
                  <a:pt x="0" y="33741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829864" y="2814845"/>
            <a:ext cx="8628272" cy="2613025"/>
          </a:xfrm>
          <a:prstGeom prst="rect">
            <a:avLst/>
          </a:prstGeom>
        </p:spPr>
        <p:txBody>
          <a:bodyPr anchor="t" rtlCol="false" tIns="0" lIns="0" bIns="0" rIns="0">
            <a:spAutoFit/>
          </a:bodyPr>
          <a:lstStyle/>
          <a:p>
            <a:pPr algn="ctr">
              <a:lnSpc>
                <a:spcPts val="3499"/>
              </a:lnSpc>
              <a:spcBef>
                <a:spcPct val="0"/>
              </a:spcBef>
            </a:pPr>
            <a:r>
              <a:rPr lang="en-US" sz="2499">
                <a:solidFill>
                  <a:srgbClr val="3D3636"/>
                </a:solidFill>
                <a:latin typeface="Quicksand"/>
                <a:ea typeface="Quicksand"/>
                <a:cs typeface="Quicksand"/>
                <a:sym typeface="Quicksand"/>
              </a:rPr>
              <a:t>Bulu tangkis adalah permainan bola kecil yang menggunakan raket dan kok. Untuk bermain dengan baik, diperlukan penguasaan teknik dasar, gerakan kaki yang benar, pemahaman aturan, dan sikap sportif. Latihan teratur akan meningkatkan kemampuan bermain dan kebugaran tubuh.</a:t>
            </a:r>
          </a:p>
        </p:txBody>
      </p:sp>
      <p:sp>
        <p:nvSpPr>
          <p:cNvPr name="TextBox 5" id="5"/>
          <p:cNvSpPr txBox="true"/>
          <p:nvPr/>
        </p:nvSpPr>
        <p:spPr>
          <a:xfrm rot="0">
            <a:off x="3322949" y="1790829"/>
            <a:ext cx="11642102" cy="920750"/>
          </a:xfrm>
          <a:prstGeom prst="rect">
            <a:avLst/>
          </a:prstGeom>
        </p:spPr>
        <p:txBody>
          <a:bodyPr anchor="t" rtlCol="false" tIns="0" lIns="0" bIns="0" rIns="0">
            <a:spAutoFit/>
          </a:bodyPr>
          <a:lstStyle/>
          <a:p>
            <a:pPr algn="ctr" marL="0" indent="0" lvl="0">
              <a:lnSpc>
                <a:spcPts val="6999"/>
              </a:lnSpc>
              <a:spcBef>
                <a:spcPct val="0"/>
              </a:spcBef>
            </a:pPr>
            <a:r>
              <a:rPr lang="en-US" sz="6999" spc="209">
                <a:solidFill>
                  <a:srgbClr val="3D3636"/>
                </a:solidFill>
                <a:latin typeface="Cheering Section"/>
                <a:ea typeface="Cheering Section"/>
                <a:cs typeface="Cheering Section"/>
                <a:sym typeface="Cheering Section"/>
              </a:rPr>
              <a:t>K</a:t>
            </a:r>
            <a:r>
              <a:rPr lang="en-US" sz="6999" spc="209" strike="noStrike" u="none">
                <a:solidFill>
                  <a:srgbClr val="3D3636"/>
                </a:solidFill>
                <a:latin typeface="Cheering Section"/>
                <a:ea typeface="Cheering Section"/>
                <a:cs typeface="Cheering Section"/>
                <a:sym typeface="Cheering Section"/>
              </a:rPr>
              <a:t>ESIMPULAN</a:t>
            </a:r>
          </a:p>
        </p:txBody>
      </p:sp>
      <p:sp>
        <p:nvSpPr>
          <p:cNvPr name="Freeform 6" id="6"/>
          <p:cNvSpPr/>
          <p:nvPr/>
        </p:nvSpPr>
        <p:spPr>
          <a:xfrm flipH="false" flipV="false" rot="-991383">
            <a:off x="294673" y="3840328"/>
            <a:ext cx="4930915" cy="5540354"/>
          </a:xfrm>
          <a:custGeom>
            <a:avLst/>
            <a:gdLst/>
            <a:ahLst/>
            <a:cxnLst/>
            <a:rect r="r" b="b" t="t" l="l"/>
            <a:pathLst>
              <a:path h="5540354" w="4930915">
                <a:moveTo>
                  <a:pt x="0" y="0"/>
                </a:moveTo>
                <a:lnTo>
                  <a:pt x="4930915" y="0"/>
                </a:lnTo>
                <a:lnTo>
                  <a:pt x="4930915" y="5540354"/>
                </a:lnTo>
                <a:lnTo>
                  <a:pt x="0" y="55403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14554393" y="3537912"/>
            <a:ext cx="5409815" cy="6469136"/>
          </a:xfrm>
          <a:custGeom>
            <a:avLst/>
            <a:gdLst/>
            <a:ahLst/>
            <a:cxnLst/>
            <a:rect r="r" b="b" t="t" l="l"/>
            <a:pathLst>
              <a:path h="6469136" w="5409815">
                <a:moveTo>
                  <a:pt x="5409814" y="0"/>
                </a:moveTo>
                <a:lnTo>
                  <a:pt x="0" y="0"/>
                </a:lnTo>
                <a:lnTo>
                  <a:pt x="0" y="6469136"/>
                </a:lnTo>
                <a:lnTo>
                  <a:pt x="5409814" y="6469136"/>
                </a:lnTo>
                <a:lnTo>
                  <a:pt x="540981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1216428">
            <a:off x="14722499" y="5279146"/>
            <a:ext cx="354367" cy="532882"/>
          </a:xfrm>
          <a:custGeom>
            <a:avLst/>
            <a:gdLst/>
            <a:ahLst/>
            <a:cxnLst/>
            <a:rect r="r" b="b" t="t" l="l"/>
            <a:pathLst>
              <a:path h="532882" w="354367">
                <a:moveTo>
                  <a:pt x="0" y="0"/>
                </a:moveTo>
                <a:lnTo>
                  <a:pt x="354367" y="0"/>
                </a:lnTo>
                <a:lnTo>
                  <a:pt x="354367" y="532882"/>
                </a:lnTo>
                <a:lnTo>
                  <a:pt x="0" y="5328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9" id="9"/>
          <p:cNvGrpSpPr/>
          <p:nvPr/>
        </p:nvGrpSpPr>
        <p:grpSpPr>
          <a:xfrm rot="-912000">
            <a:off x="2048089" y="540328"/>
            <a:ext cx="2311927" cy="4550706"/>
            <a:chOff x="0" y="0"/>
            <a:chExt cx="887611" cy="1747139"/>
          </a:xfrm>
        </p:grpSpPr>
        <p:sp>
          <p:nvSpPr>
            <p:cNvPr name="Freeform 10" id="10"/>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11" id="11"/>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912000">
            <a:off x="13983715" y="540328"/>
            <a:ext cx="2311927" cy="4550706"/>
            <a:chOff x="0" y="0"/>
            <a:chExt cx="887611" cy="1747139"/>
          </a:xfrm>
        </p:grpSpPr>
        <p:sp>
          <p:nvSpPr>
            <p:cNvPr name="Freeform 13" id="13"/>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14" id="14"/>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913140">
            <a:off x="723703" y="-7305662"/>
            <a:ext cx="1724546" cy="8569170"/>
          </a:xfrm>
          <a:custGeom>
            <a:avLst/>
            <a:gdLst/>
            <a:ahLst/>
            <a:cxnLst/>
            <a:rect r="r" b="b" t="t" l="l"/>
            <a:pathLst>
              <a:path h="8569170" w="1724546">
                <a:moveTo>
                  <a:pt x="0" y="0"/>
                </a:moveTo>
                <a:lnTo>
                  <a:pt x="1724546" y="0"/>
                </a:lnTo>
                <a:lnTo>
                  <a:pt x="1724546" y="8569170"/>
                </a:lnTo>
                <a:lnTo>
                  <a:pt x="0" y="85691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912000">
            <a:off x="15841048" y="-7305662"/>
            <a:ext cx="1724546" cy="8569170"/>
          </a:xfrm>
          <a:custGeom>
            <a:avLst/>
            <a:gdLst/>
            <a:ahLst/>
            <a:cxnLst/>
            <a:rect r="r" b="b" t="t" l="l"/>
            <a:pathLst>
              <a:path h="8569170" w="1724546">
                <a:moveTo>
                  <a:pt x="0" y="0"/>
                </a:moveTo>
                <a:lnTo>
                  <a:pt x="1724545" y="0"/>
                </a:lnTo>
                <a:lnTo>
                  <a:pt x="1724545" y="8569170"/>
                </a:lnTo>
                <a:lnTo>
                  <a:pt x="0" y="85691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transition spd="slow">
    <p:cover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73D4FF">
                <a:alpha val="100000"/>
              </a:srgbClr>
            </a:gs>
            <a:gs pos="100000">
              <a:srgbClr val="5AA5CD">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234275" y="9258300"/>
            <a:ext cx="26756550" cy="3411460"/>
          </a:xfrm>
          <a:custGeom>
            <a:avLst/>
            <a:gdLst/>
            <a:ahLst/>
            <a:cxnLst/>
            <a:rect r="r" b="b" t="t" l="l"/>
            <a:pathLst>
              <a:path h="3411460" w="26756550">
                <a:moveTo>
                  <a:pt x="0" y="0"/>
                </a:moveTo>
                <a:lnTo>
                  <a:pt x="26756550" y="0"/>
                </a:lnTo>
                <a:lnTo>
                  <a:pt x="26756550" y="3411460"/>
                </a:lnTo>
                <a:lnTo>
                  <a:pt x="0" y="34114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3263957" y="-7599409"/>
            <a:ext cx="11760086" cy="15198819"/>
          </a:xfrm>
          <a:custGeom>
            <a:avLst/>
            <a:gdLst/>
            <a:ahLst/>
            <a:cxnLst/>
            <a:rect r="r" b="b" t="t" l="l"/>
            <a:pathLst>
              <a:path h="15198819" w="11760086">
                <a:moveTo>
                  <a:pt x="0" y="0"/>
                </a:moveTo>
                <a:lnTo>
                  <a:pt x="11760086" y="0"/>
                </a:lnTo>
                <a:lnTo>
                  <a:pt x="11760086" y="15198818"/>
                </a:lnTo>
                <a:lnTo>
                  <a:pt x="0" y="151988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4334176" y="3302036"/>
            <a:ext cx="9619648" cy="1514225"/>
          </a:xfrm>
          <a:prstGeom prst="rect">
            <a:avLst/>
          </a:prstGeom>
        </p:spPr>
        <p:txBody>
          <a:bodyPr anchor="t" rtlCol="false" tIns="0" lIns="0" bIns="0" rIns="0">
            <a:spAutoFit/>
          </a:bodyPr>
          <a:lstStyle/>
          <a:p>
            <a:pPr algn="ctr" marL="0" indent="0" lvl="0">
              <a:lnSpc>
                <a:spcPts val="11373"/>
              </a:lnSpc>
              <a:spcBef>
                <a:spcPct val="0"/>
              </a:spcBef>
            </a:pPr>
            <a:r>
              <a:rPr lang="en-US" sz="11373" spc="341">
                <a:solidFill>
                  <a:srgbClr val="3D3636"/>
                </a:solidFill>
                <a:latin typeface="Cheering Section"/>
                <a:ea typeface="Cheering Section"/>
                <a:cs typeface="Cheering Section"/>
                <a:sym typeface="Cheering Section"/>
              </a:rPr>
              <a:t>TERIMA KASIH!</a:t>
            </a:r>
          </a:p>
        </p:txBody>
      </p:sp>
      <p:sp>
        <p:nvSpPr>
          <p:cNvPr name="TextBox 5" id="5"/>
          <p:cNvSpPr txBox="true"/>
          <p:nvPr/>
        </p:nvSpPr>
        <p:spPr>
          <a:xfrm rot="0">
            <a:off x="4791869" y="5005276"/>
            <a:ext cx="8704263" cy="584423"/>
          </a:xfrm>
          <a:prstGeom prst="rect">
            <a:avLst/>
          </a:prstGeom>
        </p:spPr>
        <p:txBody>
          <a:bodyPr anchor="t" rtlCol="false" tIns="0" lIns="0" bIns="0" rIns="0">
            <a:spAutoFit/>
          </a:bodyPr>
          <a:lstStyle/>
          <a:p>
            <a:pPr algn="ctr">
              <a:lnSpc>
                <a:spcPts val="4836"/>
              </a:lnSpc>
              <a:spcBef>
                <a:spcPct val="0"/>
              </a:spcBef>
            </a:pPr>
            <a:r>
              <a:rPr lang="en-US" sz="3454">
                <a:solidFill>
                  <a:srgbClr val="FFFFFF"/>
                </a:solidFill>
                <a:latin typeface="Quicksand"/>
                <a:ea typeface="Quicksand"/>
                <a:cs typeface="Quicksand"/>
                <a:sym typeface="Quicksand"/>
              </a:rPr>
              <a:t>Sampai jumpa di pertemuan berikutnya!</a:t>
            </a:r>
          </a:p>
        </p:txBody>
      </p:sp>
      <p:sp>
        <p:nvSpPr>
          <p:cNvPr name="Freeform 6" id="6"/>
          <p:cNvSpPr/>
          <p:nvPr/>
        </p:nvSpPr>
        <p:spPr>
          <a:xfrm flipH="false" flipV="false" rot="0">
            <a:off x="4791869" y="8297236"/>
            <a:ext cx="972085" cy="1853505"/>
          </a:xfrm>
          <a:custGeom>
            <a:avLst/>
            <a:gdLst/>
            <a:ahLst/>
            <a:cxnLst/>
            <a:rect r="r" b="b" t="t" l="l"/>
            <a:pathLst>
              <a:path h="1853505" w="972085">
                <a:moveTo>
                  <a:pt x="0" y="0"/>
                </a:moveTo>
                <a:lnTo>
                  <a:pt x="972084" y="0"/>
                </a:lnTo>
                <a:lnTo>
                  <a:pt x="972084" y="1853505"/>
                </a:lnTo>
                <a:lnTo>
                  <a:pt x="0" y="1853505"/>
                </a:lnTo>
                <a:lnTo>
                  <a:pt x="0" y="0"/>
                </a:lnTo>
                <a:close/>
              </a:path>
            </a:pathLst>
          </a:custGeom>
          <a:blipFill>
            <a:blip r:embed="rId6">
              <a:extLst>
                <a:ext uri="{96DAC541-7B7A-43D3-8B79-37D633B846F1}">
                  <asvg:svgBlip xmlns:asvg="http://schemas.microsoft.com/office/drawing/2016/SVG/main" r:embed="rId7"/>
                </a:ext>
              </a:extLst>
            </a:blip>
            <a:stretch>
              <a:fillRect l="0" t="0" r="0" b="-2834"/>
            </a:stretch>
          </a:blipFill>
        </p:spPr>
      </p:sp>
      <p:sp>
        <p:nvSpPr>
          <p:cNvPr name="Freeform 7" id="7"/>
          <p:cNvSpPr/>
          <p:nvPr/>
        </p:nvSpPr>
        <p:spPr>
          <a:xfrm flipH="false" flipV="false" rot="0">
            <a:off x="168034" y="6988917"/>
            <a:ext cx="3339533" cy="2848343"/>
          </a:xfrm>
          <a:custGeom>
            <a:avLst/>
            <a:gdLst/>
            <a:ahLst/>
            <a:cxnLst/>
            <a:rect r="r" b="b" t="t" l="l"/>
            <a:pathLst>
              <a:path h="2848343" w="3339533">
                <a:moveTo>
                  <a:pt x="0" y="0"/>
                </a:moveTo>
                <a:lnTo>
                  <a:pt x="3339533" y="0"/>
                </a:lnTo>
                <a:lnTo>
                  <a:pt x="3339533" y="2848343"/>
                </a:lnTo>
                <a:lnTo>
                  <a:pt x="0" y="28483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7049828" y="8297236"/>
            <a:ext cx="1397014" cy="1530974"/>
          </a:xfrm>
          <a:custGeom>
            <a:avLst/>
            <a:gdLst/>
            <a:ahLst/>
            <a:cxnLst/>
            <a:rect r="r" b="b" t="t" l="l"/>
            <a:pathLst>
              <a:path h="1530974" w="1397014">
                <a:moveTo>
                  <a:pt x="0" y="0"/>
                </a:moveTo>
                <a:lnTo>
                  <a:pt x="1397014" y="0"/>
                </a:lnTo>
                <a:lnTo>
                  <a:pt x="1397014" y="1530974"/>
                </a:lnTo>
                <a:lnTo>
                  <a:pt x="0" y="15309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9" id="9"/>
          <p:cNvGrpSpPr/>
          <p:nvPr/>
        </p:nvGrpSpPr>
        <p:grpSpPr>
          <a:xfrm rot="-912000">
            <a:off x="747750" y="540328"/>
            <a:ext cx="2311927" cy="4550706"/>
            <a:chOff x="0" y="0"/>
            <a:chExt cx="887611" cy="1747139"/>
          </a:xfrm>
        </p:grpSpPr>
        <p:sp>
          <p:nvSpPr>
            <p:cNvPr name="Freeform 10" id="10"/>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11" id="11"/>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12" id="12"/>
          <p:cNvSpPr/>
          <p:nvPr/>
        </p:nvSpPr>
        <p:spPr>
          <a:xfrm flipH="false" flipV="false" rot="-913140">
            <a:off x="-576635" y="-7305662"/>
            <a:ext cx="1724546" cy="8569170"/>
          </a:xfrm>
          <a:custGeom>
            <a:avLst/>
            <a:gdLst/>
            <a:ahLst/>
            <a:cxnLst/>
            <a:rect r="r" b="b" t="t" l="l"/>
            <a:pathLst>
              <a:path h="8569170" w="1724546">
                <a:moveTo>
                  <a:pt x="0" y="0"/>
                </a:moveTo>
                <a:lnTo>
                  <a:pt x="1724545" y="0"/>
                </a:lnTo>
                <a:lnTo>
                  <a:pt x="1724545" y="8569170"/>
                </a:lnTo>
                <a:lnTo>
                  <a:pt x="0" y="85691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912000">
            <a:off x="15284054" y="540328"/>
            <a:ext cx="2311927" cy="4550706"/>
            <a:chOff x="0" y="0"/>
            <a:chExt cx="887611" cy="1747139"/>
          </a:xfrm>
        </p:grpSpPr>
        <p:sp>
          <p:nvSpPr>
            <p:cNvPr name="Freeform 14" id="14"/>
            <p:cNvSpPr/>
            <p:nvPr/>
          </p:nvSpPr>
          <p:spPr>
            <a:xfrm flipH="false" flipV="false" rot="0">
              <a:off x="0" y="0"/>
              <a:ext cx="887611" cy="1747139"/>
            </a:xfrm>
            <a:custGeom>
              <a:avLst/>
              <a:gdLst/>
              <a:ahLst/>
              <a:cxnLst/>
              <a:rect r="r" b="b" t="t" l="l"/>
              <a:pathLst>
                <a:path h="1747139" w="887611">
                  <a:moveTo>
                    <a:pt x="203200" y="0"/>
                  </a:moveTo>
                  <a:lnTo>
                    <a:pt x="684411" y="0"/>
                  </a:lnTo>
                  <a:lnTo>
                    <a:pt x="887611" y="1747139"/>
                  </a:lnTo>
                  <a:lnTo>
                    <a:pt x="0" y="1747139"/>
                  </a:lnTo>
                  <a:lnTo>
                    <a:pt x="203200" y="0"/>
                  </a:lnTo>
                  <a:close/>
                </a:path>
              </a:pathLst>
            </a:custGeom>
            <a:gradFill rotWithShape="true">
              <a:gsLst>
                <a:gs pos="0">
                  <a:srgbClr val="FFFFFF">
                    <a:alpha val="14000"/>
                  </a:srgbClr>
                </a:gs>
                <a:gs pos="25000">
                  <a:srgbClr val="FFFFFF">
                    <a:alpha val="9590"/>
                  </a:srgbClr>
                </a:gs>
                <a:gs pos="50000">
                  <a:srgbClr val="FFFFFF">
                    <a:alpha val="6650"/>
                  </a:srgbClr>
                </a:gs>
                <a:gs pos="75000">
                  <a:srgbClr val="FFFFFF">
                    <a:alpha val="2100"/>
                  </a:srgbClr>
                </a:gs>
                <a:gs pos="100000">
                  <a:srgbClr val="FFFFFF">
                    <a:alpha val="0"/>
                  </a:srgbClr>
                </a:gs>
              </a:gsLst>
              <a:lin ang="5400000"/>
            </a:gradFill>
          </p:spPr>
        </p:sp>
        <p:sp>
          <p:nvSpPr>
            <p:cNvPr name="TextBox 15" id="15"/>
            <p:cNvSpPr txBox="true"/>
            <p:nvPr/>
          </p:nvSpPr>
          <p:spPr>
            <a:xfrm>
              <a:off x="127000" y="-47625"/>
              <a:ext cx="633611" cy="1794764"/>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12906291" y="3598139"/>
            <a:ext cx="5381709" cy="8002542"/>
          </a:xfrm>
          <a:custGeom>
            <a:avLst/>
            <a:gdLst/>
            <a:ahLst/>
            <a:cxnLst/>
            <a:rect r="r" b="b" t="t" l="l"/>
            <a:pathLst>
              <a:path h="8002542" w="5381709">
                <a:moveTo>
                  <a:pt x="0" y="0"/>
                </a:moveTo>
                <a:lnTo>
                  <a:pt x="5381709" y="0"/>
                </a:lnTo>
                <a:lnTo>
                  <a:pt x="5381709" y="8002541"/>
                </a:lnTo>
                <a:lnTo>
                  <a:pt x="0" y="800254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7" id="17"/>
          <p:cNvSpPr/>
          <p:nvPr/>
        </p:nvSpPr>
        <p:spPr>
          <a:xfrm flipH="false" flipV="false" rot="912000">
            <a:off x="17141387" y="-7305662"/>
            <a:ext cx="1724546" cy="8569170"/>
          </a:xfrm>
          <a:custGeom>
            <a:avLst/>
            <a:gdLst/>
            <a:ahLst/>
            <a:cxnLst/>
            <a:rect r="r" b="b" t="t" l="l"/>
            <a:pathLst>
              <a:path h="8569170" w="1724546">
                <a:moveTo>
                  <a:pt x="0" y="0"/>
                </a:moveTo>
                <a:lnTo>
                  <a:pt x="1724545" y="0"/>
                </a:lnTo>
                <a:lnTo>
                  <a:pt x="1724545" y="8569170"/>
                </a:lnTo>
                <a:lnTo>
                  <a:pt x="0" y="85691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transition spd="slow">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DAHXP2VhoDU</dc:identifier>
  <dcterms:modified xsi:type="dcterms:W3CDTF">2011-08-01T06:04:30Z</dcterms:modified>
  <cp:revision>1</cp:revision>
  <dc:title>PPT BULU TANGKIS </dc:title>
</cp:coreProperties>
</file>